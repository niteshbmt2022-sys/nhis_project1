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032AC96-6A5A-4AFE-A90B-22FEE16C08D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44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54d73927b2c42a41" providerId="LiveId" clId="{4BB42C46-65BE-4F84-B5C7-E78931531DB6}"/>
    <pc:docChg chg="undo custSel addSld delSld modSld modSection">
      <pc:chgData name="" userId="54d73927b2c42a41" providerId="LiveId" clId="{4BB42C46-65BE-4F84-B5C7-E78931531DB6}" dt="2026-03-25T10:58:22.905" v="1045" actId="2696"/>
      <pc:docMkLst>
        <pc:docMk/>
      </pc:docMkLst>
      <pc:sldChg chg="modSp">
        <pc:chgData name="" userId="54d73927b2c42a41" providerId="LiveId" clId="{4BB42C46-65BE-4F84-B5C7-E78931531DB6}" dt="2026-03-25T10:20:38.218" v="612" actId="14100"/>
        <pc:sldMkLst>
          <pc:docMk/>
          <pc:sldMk cId="1495490319" sldId="256"/>
        </pc:sldMkLst>
        <pc:spChg chg="mod">
          <ac:chgData name="" userId="54d73927b2c42a41" providerId="LiveId" clId="{4BB42C46-65BE-4F84-B5C7-E78931531DB6}" dt="2026-03-25T10:20:38.218" v="612" actId="14100"/>
          <ac:spMkLst>
            <pc:docMk/>
            <pc:sldMk cId="1495490319" sldId="256"/>
            <ac:spMk id="2" creationId="{D4F748B3-99C5-4AC3-8866-99D42F933C00}"/>
          </ac:spMkLst>
        </pc:spChg>
      </pc:sldChg>
      <pc:sldChg chg="addSp delSp modSp add">
        <pc:chgData name="" userId="54d73927b2c42a41" providerId="LiveId" clId="{4BB42C46-65BE-4F84-B5C7-E78931531DB6}" dt="2026-03-25T08:24:24.219" v="458" actId="1035"/>
        <pc:sldMkLst>
          <pc:docMk/>
          <pc:sldMk cId="2318401713" sldId="257"/>
        </pc:sldMkLst>
        <pc:spChg chg="mod">
          <ac:chgData name="" userId="54d73927b2c42a41" providerId="LiveId" clId="{4BB42C46-65BE-4F84-B5C7-E78931531DB6}" dt="2026-03-25T07:07:53.504" v="73" actId="14100"/>
          <ac:spMkLst>
            <pc:docMk/>
            <pc:sldMk cId="2318401713" sldId="257"/>
            <ac:spMk id="2" creationId="{00A54A81-7462-4781-A365-C7D384A6433A}"/>
          </ac:spMkLst>
        </pc:spChg>
        <pc:spChg chg="del">
          <ac:chgData name="" userId="54d73927b2c42a41" providerId="LiveId" clId="{4BB42C46-65BE-4F84-B5C7-E78931531DB6}" dt="2026-03-25T06:55:07.738" v="1" actId="931"/>
          <ac:spMkLst>
            <pc:docMk/>
            <pc:sldMk cId="2318401713" sldId="257"/>
            <ac:spMk id="3" creationId="{225B0C47-DC4E-40FD-98E0-E2E09CC65E81}"/>
          </ac:spMkLst>
        </pc:spChg>
        <pc:spChg chg="add del mod">
          <ac:chgData name="" userId="54d73927b2c42a41" providerId="LiveId" clId="{4BB42C46-65BE-4F84-B5C7-E78931531DB6}" dt="2026-03-25T06:56:41.250" v="3"/>
          <ac:spMkLst>
            <pc:docMk/>
            <pc:sldMk cId="2318401713" sldId="257"/>
            <ac:spMk id="7" creationId="{66E05978-637F-4EFE-A903-CA2D29A0960A}"/>
          </ac:spMkLst>
        </pc:spChg>
        <pc:spChg chg="add del mod">
          <ac:chgData name="" userId="54d73927b2c42a41" providerId="LiveId" clId="{4BB42C46-65BE-4F84-B5C7-E78931531DB6}" dt="2026-03-25T07:02:27.657" v="20"/>
          <ac:spMkLst>
            <pc:docMk/>
            <pc:sldMk cId="2318401713" sldId="257"/>
            <ac:spMk id="9" creationId="{8D5AABE6-01CA-42C7-B00F-48AA12D14CC9}"/>
          </ac:spMkLst>
        </pc:spChg>
        <pc:spChg chg="add mod">
          <ac:chgData name="" userId="54d73927b2c42a41" providerId="LiveId" clId="{4BB42C46-65BE-4F84-B5C7-E78931531DB6}" dt="2026-03-25T07:17:40.046" v="161" actId="1035"/>
          <ac:spMkLst>
            <pc:docMk/>
            <pc:sldMk cId="2318401713" sldId="257"/>
            <ac:spMk id="10" creationId="{35183B20-ADB1-4714-A48F-9983BC439647}"/>
          </ac:spMkLst>
        </pc:spChg>
        <pc:picChg chg="add del mod">
          <ac:chgData name="" userId="54d73927b2c42a41" providerId="LiveId" clId="{4BB42C46-65BE-4F84-B5C7-E78931531DB6}" dt="2026-03-25T06:55:10.845" v="2" actId="478"/>
          <ac:picMkLst>
            <pc:docMk/>
            <pc:sldMk cId="2318401713" sldId="257"/>
            <ac:picMk id="5" creationId="{2369544E-FB24-43B8-815B-B2F8DA858F1A}"/>
          </ac:picMkLst>
        </pc:picChg>
        <pc:picChg chg="add mod">
          <ac:chgData name="" userId="54d73927b2c42a41" providerId="LiveId" clId="{4BB42C46-65BE-4F84-B5C7-E78931531DB6}" dt="2026-03-25T08:24:24.219" v="458" actId="1035"/>
          <ac:picMkLst>
            <pc:docMk/>
            <pc:sldMk cId="2318401713" sldId="257"/>
            <ac:picMk id="8" creationId="{3A7DCDE5-1BE5-4D9C-8E02-9E33499F01C2}"/>
          </ac:picMkLst>
        </pc:picChg>
      </pc:sldChg>
      <pc:sldChg chg="addSp delSp modSp add">
        <pc:chgData name="" userId="54d73927b2c42a41" providerId="LiveId" clId="{4BB42C46-65BE-4F84-B5C7-E78931531DB6}" dt="2026-03-25T10:20:48.123" v="613" actId="14100"/>
        <pc:sldMkLst>
          <pc:docMk/>
          <pc:sldMk cId="3358535409" sldId="258"/>
        </pc:sldMkLst>
        <pc:spChg chg="mod">
          <ac:chgData name="" userId="54d73927b2c42a41" providerId="LiveId" clId="{4BB42C46-65BE-4F84-B5C7-E78931531DB6}" dt="2026-03-25T10:20:48.123" v="613" actId="14100"/>
          <ac:spMkLst>
            <pc:docMk/>
            <pc:sldMk cId="3358535409" sldId="258"/>
            <ac:spMk id="2" creationId="{4B57D309-D769-4145-A33B-34B30ED9B666}"/>
          </ac:spMkLst>
        </pc:spChg>
        <pc:spChg chg="mod">
          <ac:chgData name="" userId="54d73927b2c42a41" providerId="LiveId" clId="{4BB42C46-65BE-4F84-B5C7-E78931531DB6}" dt="2026-03-25T08:24:02.369" v="445" actId="27636"/>
          <ac:spMkLst>
            <pc:docMk/>
            <pc:sldMk cId="3358535409" sldId="258"/>
            <ac:spMk id="3" creationId="{494B373B-4BF8-42B7-9AF3-FDA294EAC729}"/>
          </ac:spMkLst>
        </pc:spChg>
        <pc:picChg chg="add del mod">
          <ac:chgData name="" userId="54d73927b2c42a41" providerId="LiveId" clId="{4BB42C46-65BE-4F84-B5C7-E78931531DB6}" dt="2026-03-25T07:21:21.549" v="179" actId="478"/>
          <ac:picMkLst>
            <pc:docMk/>
            <pc:sldMk cId="3358535409" sldId="258"/>
            <ac:picMk id="8" creationId="{2691C67A-0144-42E0-8CC4-61513DB1EE4E}"/>
          </ac:picMkLst>
        </pc:picChg>
        <pc:picChg chg="add mod">
          <ac:chgData name="" userId="54d73927b2c42a41" providerId="LiveId" clId="{4BB42C46-65BE-4F84-B5C7-E78931531DB6}" dt="2026-03-25T07:21:42.768" v="183" actId="14100"/>
          <ac:picMkLst>
            <pc:docMk/>
            <pc:sldMk cId="3358535409" sldId="258"/>
            <ac:picMk id="9" creationId="{9DCF78DA-F28D-4AF0-BFF9-C6C92C4F2C77}"/>
          </ac:picMkLst>
        </pc:picChg>
      </pc:sldChg>
      <pc:sldChg chg="addSp delSp modSp add">
        <pc:chgData name="" userId="54d73927b2c42a41" providerId="LiveId" clId="{4BB42C46-65BE-4F84-B5C7-E78931531DB6}" dt="2026-03-25T08:24:39.023" v="486" actId="1035"/>
        <pc:sldMkLst>
          <pc:docMk/>
          <pc:sldMk cId="4168055341" sldId="259"/>
        </pc:sldMkLst>
        <pc:spChg chg="mod">
          <ac:chgData name="" userId="54d73927b2c42a41" providerId="LiveId" clId="{4BB42C46-65BE-4F84-B5C7-E78931531DB6}" dt="2026-03-25T07:32:46.452" v="201" actId="14100"/>
          <ac:spMkLst>
            <pc:docMk/>
            <pc:sldMk cId="4168055341" sldId="259"/>
            <ac:spMk id="2" creationId="{6F0F02D5-EEE6-4AF4-82E2-D8232034073C}"/>
          </ac:spMkLst>
        </pc:spChg>
        <pc:spChg chg="del">
          <ac:chgData name="" userId="54d73927b2c42a41" providerId="LiveId" clId="{4BB42C46-65BE-4F84-B5C7-E78931531DB6}" dt="2026-03-25T07:24:51.215" v="185"/>
          <ac:spMkLst>
            <pc:docMk/>
            <pc:sldMk cId="4168055341" sldId="259"/>
            <ac:spMk id="3" creationId="{CA64D5D6-52C5-49C9-AB11-FFBE97C426E2}"/>
          </ac:spMkLst>
        </pc:spChg>
        <pc:spChg chg="add mod">
          <ac:chgData name="" userId="54d73927b2c42a41" providerId="LiveId" clId="{4BB42C46-65BE-4F84-B5C7-E78931531DB6}" dt="2026-03-25T07:36:46.697" v="216" actId="12"/>
          <ac:spMkLst>
            <pc:docMk/>
            <pc:sldMk cId="4168055341" sldId="259"/>
            <ac:spMk id="5" creationId="{48AD9C23-4ADD-4A37-AB6E-4A90A13CEE31}"/>
          </ac:spMkLst>
        </pc:spChg>
        <pc:spChg chg="add del">
          <ac:chgData name="" userId="54d73927b2c42a41" providerId="LiveId" clId="{4BB42C46-65BE-4F84-B5C7-E78931531DB6}" dt="2026-03-25T07:35:06.413" v="205"/>
          <ac:spMkLst>
            <pc:docMk/>
            <pc:sldMk cId="4168055341" sldId="259"/>
            <ac:spMk id="6" creationId="{B44C5FEF-1323-487F-B290-7D45C89AE404}"/>
          </ac:spMkLst>
        </pc:spChg>
        <pc:spChg chg="add del">
          <ac:chgData name="" userId="54d73927b2c42a41" providerId="LiveId" clId="{4BB42C46-65BE-4F84-B5C7-E78931531DB6}" dt="2026-03-25T07:35:14.605" v="207"/>
          <ac:spMkLst>
            <pc:docMk/>
            <pc:sldMk cId="4168055341" sldId="259"/>
            <ac:spMk id="7" creationId="{A9065BAD-78CE-455B-884C-C0882D2EAD3F}"/>
          </ac:spMkLst>
        </pc:spChg>
        <pc:spChg chg="add del">
          <ac:chgData name="" userId="54d73927b2c42a41" providerId="LiveId" clId="{4BB42C46-65BE-4F84-B5C7-E78931531DB6}" dt="2026-03-25T07:35:46.876" v="213"/>
          <ac:spMkLst>
            <pc:docMk/>
            <pc:sldMk cId="4168055341" sldId="259"/>
            <ac:spMk id="8" creationId="{680BA327-9755-4973-BB5E-A51D53AFFF21}"/>
          </ac:spMkLst>
        </pc:spChg>
        <pc:picChg chg="add mod">
          <ac:chgData name="" userId="54d73927b2c42a41" providerId="LiveId" clId="{4BB42C46-65BE-4F84-B5C7-E78931531DB6}" dt="2026-03-25T08:24:39.023" v="486" actId="1035"/>
          <ac:picMkLst>
            <pc:docMk/>
            <pc:sldMk cId="4168055341" sldId="259"/>
            <ac:picMk id="4" creationId="{6CCB6563-506F-4F76-B11E-9AEED1F9BD4D}"/>
          </ac:picMkLst>
        </pc:picChg>
      </pc:sldChg>
      <pc:sldChg chg="addSp delSp modSp add mod">
        <pc:chgData name="" userId="54d73927b2c42a41" providerId="LiveId" clId="{4BB42C46-65BE-4F84-B5C7-E78931531DB6}" dt="2026-03-25T10:20:55.522" v="614" actId="14100"/>
        <pc:sldMkLst>
          <pc:docMk/>
          <pc:sldMk cId="2056266268" sldId="260"/>
        </pc:sldMkLst>
        <pc:spChg chg="mod">
          <ac:chgData name="" userId="54d73927b2c42a41" providerId="LiveId" clId="{4BB42C46-65BE-4F84-B5C7-E78931531DB6}" dt="2026-03-25T10:20:55.522" v="614" actId="14100"/>
          <ac:spMkLst>
            <pc:docMk/>
            <pc:sldMk cId="2056266268" sldId="260"/>
            <ac:spMk id="2" creationId="{AF3AA171-CB16-4AB6-B267-C7766C85DFA6}"/>
          </ac:spMkLst>
        </pc:spChg>
        <pc:spChg chg="del">
          <ac:chgData name="" userId="54d73927b2c42a41" providerId="LiveId" clId="{4BB42C46-65BE-4F84-B5C7-E78931531DB6}" dt="2026-03-25T07:38:38.520" v="218"/>
          <ac:spMkLst>
            <pc:docMk/>
            <pc:sldMk cId="2056266268" sldId="260"/>
            <ac:spMk id="3" creationId="{05B33ADB-A85A-4461-9A7A-9FF2154A7927}"/>
          </ac:spMkLst>
        </pc:spChg>
        <pc:spChg chg="add del mod">
          <ac:chgData name="" userId="54d73927b2c42a41" providerId="LiveId" clId="{4BB42C46-65BE-4F84-B5C7-E78931531DB6}" dt="2026-03-25T07:43:16.998" v="223" actId="1957"/>
          <ac:spMkLst>
            <pc:docMk/>
            <pc:sldMk cId="2056266268" sldId="260"/>
            <ac:spMk id="6" creationId="{E20007EC-0EFA-4D87-9E2F-69AFA0BEF5BF}"/>
          </ac:spMkLst>
        </pc:spChg>
        <pc:spChg chg="add del mod">
          <ac:chgData name="" userId="54d73927b2c42a41" providerId="LiveId" clId="{4BB42C46-65BE-4F84-B5C7-E78931531DB6}" dt="2026-03-25T07:56:06.750" v="301" actId="478"/>
          <ac:spMkLst>
            <pc:docMk/>
            <pc:sldMk cId="2056266268" sldId="260"/>
            <ac:spMk id="12" creationId="{BD7063D1-3F10-43C3-A78A-209C5AB551BF}"/>
          </ac:spMkLst>
        </pc:spChg>
        <pc:spChg chg="add del mod">
          <ac:chgData name="" userId="54d73927b2c42a41" providerId="LiveId" clId="{4BB42C46-65BE-4F84-B5C7-E78931531DB6}" dt="2026-03-25T08:02:04.806" v="360" actId="478"/>
          <ac:spMkLst>
            <pc:docMk/>
            <pc:sldMk cId="2056266268" sldId="260"/>
            <ac:spMk id="14" creationId="{1598778F-5F5B-4780-81FB-AB24BB1441AD}"/>
          </ac:spMkLst>
        </pc:spChg>
        <pc:spChg chg="add del">
          <ac:chgData name="" userId="54d73927b2c42a41" providerId="LiveId" clId="{4BB42C46-65BE-4F84-B5C7-E78931531DB6}" dt="2026-03-25T07:59:20.027" v="310"/>
          <ac:spMkLst>
            <pc:docMk/>
            <pc:sldMk cId="2056266268" sldId="260"/>
            <ac:spMk id="15" creationId="{0085EA16-1FB7-4995-8C43-A70AA302E98E}"/>
          </ac:spMkLst>
        </pc:spChg>
        <pc:spChg chg="add del">
          <ac:chgData name="" userId="54d73927b2c42a41" providerId="LiveId" clId="{4BB42C46-65BE-4F84-B5C7-E78931531DB6}" dt="2026-03-25T07:59:25.464" v="312"/>
          <ac:spMkLst>
            <pc:docMk/>
            <pc:sldMk cId="2056266268" sldId="260"/>
            <ac:spMk id="16" creationId="{085EE5E4-B25D-4C38-B710-B7074EE15171}"/>
          </ac:spMkLst>
        </pc:spChg>
        <pc:spChg chg="add del">
          <ac:chgData name="" userId="54d73927b2c42a41" providerId="LiveId" clId="{4BB42C46-65BE-4F84-B5C7-E78931531DB6}" dt="2026-03-25T07:59:41.515" v="318"/>
          <ac:spMkLst>
            <pc:docMk/>
            <pc:sldMk cId="2056266268" sldId="260"/>
            <ac:spMk id="17" creationId="{15DD3224-A956-4C3E-BCBD-16EB167C7F90}"/>
          </ac:spMkLst>
        </pc:spChg>
        <pc:spChg chg="add del mod">
          <ac:chgData name="" userId="54d73927b2c42a41" providerId="LiveId" clId="{4BB42C46-65BE-4F84-B5C7-E78931531DB6}" dt="2026-03-25T08:01:56.380" v="359"/>
          <ac:spMkLst>
            <pc:docMk/>
            <pc:sldMk cId="2056266268" sldId="260"/>
            <ac:spMk id="18" creationId="{BF4EA919-EED9-4023-AA44-CDBB38EC3E2C}"/>
          </ac:spMkLst>
        </pc:spChg>
        <pc:spChg chg="add mod">
          <ac:chgData name="" userId="54d73927b2c42a41" providerId="LiveId" clId="{4BB42C46-65BE-4F84-B5C7-E78931531DB6}" dt="2026-03-25T08:03:33.318" v="371" actId="20577"/>
          <ac:spMkLst>
            <pc:docMk/>
            <pc:sldMk cId="2056266268" sldId="260"/>
            <ac:spMk id="19" creationId="{03915D1B-2788-460D-A79C-C393ABFC80F8}"/>
          </ac:spMkLst>
        </pc:spChg>
        <pc:graphicFrameChg chg="add del mod">
          <ac:chgData name="" userId="54d73927b2c42a41" providerId="LiveId" clId="{4BB42C46-65BE-4F84-B5C7-E78931531DB6}" dt="2026-03-25T07:45:41.981" v="224" actId="478"/>
          <ac:graphicFrameMkLst>
            <pc:docMk/>
            <pc:sldMk cId="2056266268" sldId="260"/>
            <ac:graphicFrameMk id="11" creationId="{109A098F-3921-414B-8A02-1CDE3ED46D77}"/>
          </ac:graphicFrameMkLst>
        </pc:graphicFrameChg>
        <pc:graphicFrameChg chg="del mod">
          <ac:chgData name="" userId="54d73927b2c42a41" providerId="LiveId" clId="{4BB42C46-65BE-4F84-B5C7-E78931531DB6}" dt="2026-03-25T09:43:02.194" v="526" actId="478"/>
          <ac:graphicFrameMkLst>
            <pc:docMk/>
            <pc:sldMk cId="2056266268" sldId="260"/>
            <ac:graphicFrameMk id="13" creationId="{1536DBAA-58BA-40B9-9A3A-316A5F9CA166}"/>
          </ac:graphicFrameMkLst>
        </pc:graphicFrameChg>
        <pc:picChg chg="add del mod">
          <ac:chgData name="" userId="54d73927b2c42a41" providerId="LiveId" clId="{4BB42C46-65BE-4F84-B5C7-E78931531DB6}" dt="2026-03-25T07:39:02.014" v="221" actId="478"/>
          <ac:picMkLst>
            <pc:docMk/>
            <pc:sldMk cId="2056266268" sldId="260"/>
            <ac:picMk id="4" creationId="{938818F6-0479-42C8-A8BE-176CD9ADF0E5}"/>
          </ac:picMkLst>
        </pc:picChg>
        <pc:picChg chg="add del mod">
          <ac:chgData name="" userId="54d73927b2c42a41" providerId="LiveId" clId="{4BB42C46-65BE-4F84-B5C7-E78931531DB6}" dt="2026-03-25T09:46:20.334" v="550" actId="478"/>
          <ac:picMkLst>
            <pc:docMk/>
            <pc:sldMk cId="2056266268" sldId="260"/>
            <ac:picMk id="20" creationId="{528734E0-04BA-4552-857F-D168839F6B59}"/>
          </ac:picMkLst>
        </pc:picChg>
        <pc:picChg chg="add mod">
          <ac:chgData name="" userId="54d73927b2c42a41" providerId="LiveId" clId="{4BB42C46-65BE-4F84-B5C7-E78931531DB6}" dt="2026-03-25T09:47:41.446" v="556" actId="14100"/>
          <ac:picMkLst>
            <pc:docMk/>
            <pc:sldMk cId="2056266268" sldId="260"/>
            <ac:picMk id="21" creationId="{1F8DD5B6-D786-4551-9B1A-0A595B721881}"/>
          </ac:picMkLst>
        </pc:picChg>
      </pc:sldChg>
      <pc:sldChg chg="addSp delSp modSp add">
        <pc:chgData name="" userId="54d73927b2c42a41" providerId="LiveId" clId="{4BB42C46-65BE-4F84-B5C7-E78931531DB6}" dt="2026-03-25T09:46:02.342" v="549" actId="14100"/>
        <pc:sldMkLst>
          <pc:docMk/>
          <pc:sldMk cId="921601433" sldId="261"/>
        </pc:sldMkLst>
        <pc:spChg chg="mod">
          <ac:chgData name="" userId="54d73927b2c42a41" providerId="LiveId" clId="{4BB42C46-65BE-4F84-B5C7-E78931531DB6}" dt="2026-03-25T08:20:50.210" v="434" actId="14100"/>
          <ac:spMkLst>
            <pc:docMk/>
            <pc:sldMk cId="921601433" sldId="261"/>
            <ac:spMk id="2" creationId="{5B396F97-819B-432E-B319-D6C2FB89CAE2}"/>
          </ac:spMkLst>
        </pc:spChg>
        <pc:spChg chg="del mod">
          <ac:chgData name="" userId="54d73927b2c42a41" providerId="LiveId" clId="{4BB42C46-65BE-4F84-B5C7-E78931531DB6}" dt="2026-03-25T08:10:43.955" v="393" actId="478"/>
          <ac:spMkLst>
            <pc:docMk/>
            <pc:sldMk cId="921601433" sldId="261"/>
            <ac:spMk id="3" creationId="{929ABE5D-0CA7-4199-9F9B-DFBE55A29060}"/>
          </ac:spMkLst>
        </pc:spChg>
        <pc:spChg chg="add mod">
          <ac:chgData name="" userId="54d73927b2c42a41" providerId="LiveId" clId="{4BB42C46-65BE-4F84-B5C7-E78931531DB6}" dt="2026-03-25T08:26:39.780" v="524" actId="14100"/>
          <ac:spMkLst>
            <pc:docMk/>
            <pc:sldMk cId="921601433" sldId="261"/>
            <ac:spMk id="6" creationId="{F1AFB673-62B1-4421-837F-BB07902476BD}"/>
          </ac:spMkLst>
        </pc:spChg>
        <pc:graphicFrameChg chg="add del mod">
          <ac:chgData name="" userId="54d73927b2c42a41" providerId="LiveId" clId="{4BB42C46-65BE-4F84-B5C7-E78931531DB6}" dt="2026-03-25T09:44:03.545" v="540" actId="478"/>
          <ac:graphicFrameMkLst>
            <pc:docMk/>
            <pc:sldMk cId="921601433" sldId="261"/>
            <ac:graphicFrameMk id="4" creationId="{AC0EC7CC-997F-45DB-9F46-F21D78BA8360}"/>
          </ac:graphicFrameMkLst>
        </pc:graphicFrameChg>
        <pc:graphicFrameChg chg="del mod">
          <ac:chgData name="" userId="54d73927b2c42a41" providerId="LiveId" clId="{4BB42C46-65BE-4F84-B5C7-E78931531DB6}" dt="2026-03-25T08:13:57.192" v="416"/>
          <ac:graphicFrameMkLst>
            <pc:docMk/>
            <pc:sldMk cId="921601433" sldId="261"/>
            <ac:graphicFrameMk id="5" creationId="{14DFF8C4-2E88-4B45-9D65-4DEC6DDA6788}"/>
          </ac:graphicFrameMkLst>
        </pc:graphicFrameChg>
        <pc:picChg chg="add del mod">
          <ac:chgData name="" userId="54d73927b2c42a41" providerId="LiveId" clId="{4BB42C46-65BE-4F84-B5C7-E78931531DB6}" dt="2026-03-25T09:45:13.891" v="545" actId="478"/>
          <ac:picMkLst>
            <pc:docMk/>
            <pc:sldMk cId="921601433" sldId="261"/>
            <ac:picMk id="7" creationId="{C5FB08CF-775A-4EF6-B70D-959415B8E526}"/>
          </ac:picMkLst>
        </pc:picChg>
        <pc:picChg chg="add mod">
          <ac:chgData name="" userId="54d73927b2c42a41" providerId="LiveId" clId="{4BB42C46-65BE-4F84-B5C7-E78931531DB6}" dt="2026-03-25T09:46:02.342" v="549" actId="14100"/>
          <ac:picMkLst>
            <pc:docMk/>
            <pc:sldMk cId="921601433" sldId="261"/>
            <ac:picMk id="8" creationId="{860E84E4-737A-4790-99C6-12B0081D6D76}"/>
          </ac:picMkLst>
        </pc:picChg>
      </pc:sldChg>
      <pc:sldChg chg="addSp delSp modSp add">
        <pc:chgData name="" userId="54d73927b2c42a41" providerId="LiveId" clId="{4BB42C46-65BE-4F84-B5C7-E78931531DB6}" dt="2026-03-25T10:16:24.270" v="603" actId="12100"/>
        <pc:sldMkLst>
          <pc:docMk/>
          <pc:sldMk cId="4016712862" sldId="262"/>
        </pc:sldMkLst>
        <pc:spChg chg="mod">
          <ac:chgData name="" userId="54d73927b2c42a41" providerId="LiveId" clId="{4BB42C46-65BE-4F84-B5C7-E78931531DB6}" dt="2026-03-25T10:08:46.321" v="577" actId="14100"/>
          <ac:spMkLst>
            <pc:docMk/>
            <pc:sldMk cId="4016712862" sldId="262"/>
            <ac:spMk id="2" creationId="{7ACAE03F-C567-4C68-B124-B32F4246EB58}"/>
          </ac:spMkLst>
        </pc:spChg>
        <pc:spChg chg="del">
          <ac:chgData name="" userId="54d73927b2c42a41" providerId="LiveId" clId="{4BB42C46-65BE-4F84-B5C7-E78931531DB6}" dt="2026-03-25T09:55:30.244" v="558"/>
          <ac:spMkLst>
            <pc:docMk/>
            <pc:sldMk cId="4016712862" sldId="262"/>
            <ac:spMk id="3" creationId="{A1498B8F-7782-4C99-80C4-D549F03B99A6}"/>
          </ac:spMkLst>
        </pc:spChg>
        <pc:spChg chg="add del mod">
          <ac:chgData name="" userId="54d73927b2c42a41" providerId="LiveId" clId="{4BB42C46-65BE-4F84-B5C7-E78931531DB6}" dt="2026-03-25T10:02:24.273" v="566" actId="478"/>
          <ac:spMkLst>
            <pc:docMk/>
            <pc:sldMk cId="4016712862" sldId="262"/>
            <ac:spMk id="7" creationId="{9A960D9C-4147-4F8C-8742-D159DE3A2211}"/>
          </ac:spMkLst>
        </pc:spChg>
        <pc:spChg chg="add del">
          <ac:chgData name="" userId="54d73927b2c42a41" providerId="LiveId" clId="{4BB42C46-65BE-4F84-B5C7-E78931531DB6}" dt="2026-03-25T10:10:24.239" v="579" actId="12084"/>
          <ac:spMkLst>
            <pc:docMk/>
            <pc:sldMk cId="4016712862" sldId="262"/>
            <ac:spMk id="8" creationId="{9A22C4D8-7616-4571-AFAA-7CF619BEB281}"/>
          </ac:spMkLst>
        </pc:spChg>
        <pc:spChg chg="add del mod">
          <ac:chgData name="" userId="54d73927b2c42a41" providerId="LiveId" clId="{4BB42C46-65BE-4F84-B5C7-E78931531DB6}" dt="2026-03-25T10:15:18.321" v="597" actId="12084"/>
          <ac:spMkLst>
            <pc:docMk/>
            <pc:sldMk cId="4016712862" sldId="262"/>
            <ac:spMk id="10" creationId="{30EE50A6-EB2F-41D4-AF03-9082A002BC3F}"/>
          </ac:spMkLst>
        </pc:spChg>
        <pc:graphicFrameChg chg="add del mod">
          <ac:chgData name="" userId="54d73927b2c42a41" providerId="LiveId" clId="{4BB42C46-65BE-4F84-B5C7-E78931531DB6}" dt="2026-03-25T10:15:02.321" v="594" actId="478"/>
          <ac:graphicFrameMkLst>
            <pc:docMk/>
            <pc:sldMk cId="4016712862" sldId="262"/>
            <ac:graphicFrameMk id="9" creationId="{6A0E21B9-630F-474A-99E2-71A1776031F6}"/>
          </ac:graphicFrameMkLst>
        </pc:graphicFrameChg>
        <pc:graphicFrameChg chg="add mod">
          <ac:chgData name="" userId="54d73927b2c42a41" providerId="LiveId" clId="{4BB42C46-65BE-4F84-B5C7-E78931531DB6}" dt="2026-03-25T10:16:24.270" v="603" actId="12100"/>
          <ac:graphicFrameMkLst>
            <pc:docMk/>
            <pc:sldMk cId="4016712862" sldId="262"/>
            <ac:graphicFrameMk id="11" creationId="{7AEEFA57-2A37-4844-A52E-6B343276A206}"/>
          </ac:graphicFrameMkLst>
        </pc:graphicFrameChg>
        <pc:picChg chg="add del mod">
          <ac:chgData name="" userId="54d73927b2c42a41" providerId="LiveId" clId="{4BB42C46-65BE-4F84-B5C7-E78931531DB6}" dt="2026-03-25T10:01:28.221" v="560" actId="478"/>
          <ac:picMkLst>
            <pc:docMk/>
            <pc:sldMk cId="4016712862" sldId="262"/>
            <ac:picMk id="4" creationId="{4CEA560E-85CB-4247-A02E-57221BDC7C49}"/>
          </ac:picMkLst>
        </pc:picChg>
        <pc:picChg chg="add mod">
          <ac:chgData name="" userId="54d73927b2c42a41" providerId="LiveId" clId="{4BB42C46-65BE-4F84-B5C7-E78931531DB6}" dt="2026-03-25T10:06:46.276" v="575" actId="1440"/>
          <ac:picMkLst>
            <pc:docMk/>
            <pc:sldMk cId="4016712862" sldId="262"/>
            <ac:picMk id="5" creationId="{82971C3D-7B11-4BB2-BFF7-DFF41D592B51}"/>
          </ac:picMkLst>
        </pc:picChg>
      </pc:sldChg>
      <pc:sldChg chg="addSp delSp modSp add">
        <pc:chgData name="" userId="54d73927b2c42a41" providerId="LiveId" clId="{4BB42C46-65BE-4F84-B5C7-E78931531DB6}" dt="2026-03-25T10:27:53.850" v="700" actId="1036"/>
        <pc:sldMkLst>
          <pc:docMk/>
          <pc:sldMk cId="3366181064" sldId="263"/>
        </pc:sldMkLst>
        <pc:spChg chg="mod">
          <ac:chgData name="" userId="54d73927b2c42a41" providerId="LiveId" clId="{4BB42C46-65BE-4F84-B5C7-E78931531DB6}" dt="2026-03-25T10:21:51.421" v="621" actId="1076"/>
          <ac:spMkLst>
            <pc:docMk/>
            <pc:sldMk cId="3366181064" sldId="263"/>
            <ac:spMk id="2" creationId="{775D6FF3-AA81-45B3-ABCC-9FD8E56000F9}"/>
          </ac:spMkLst>
        </pc:spChg>
        <pc:spChg chg="del">
          <ac:chgData name="" userId="54d73927b2c42a41" providerId="LiveId" clId="{4BB42C46-65BE-4F84-B5C7-E78931531DB6}" dt="2026-03-25T10:17:55.638" v="605"/>
          <ac:spMkLst>
            <pc:docMk/>
            <pc:sldMk cId="3366181064" sldId="263"/>
            <ac:spMk id="3" creationId="{43C63D39-B533-452E-AEA1-CE6DD3CF1551}"/>
          </ac:spMkLst>
        </pc:spChg>
        <pc:spChg chg="add mod">
          <ac:chgData name="" userId="54d73927b2c42a41" providerId="LiveId" clId="{4BB42C46-65BE-4F84-B5C7-E78931531DB6}" dt="2026-03-25T10:27:53.850" v="700" actId="1036"/>
          <ac:spMkLst>
            <pc:docMk/>
            <pc:sldMk cId="3366181064" sldId="263"/>
            <ac:spMk id="5" creationId="{35069C8C-4792-4D43-ADD0-6886D02B6BA9}"/>
          </ac:spMkLst>
        </pc:spChg>
        <pc:picChg chg="add mod">
          <ac:chgData name="" userId="54d73927b2c42a41" providerId="LiveId" clId="{4BB42C46-65BE-4F84-B5C7-E78931531DB6}" dt="2026-03-25T10:27:43.944" v="684" actId="1076"/>
          <ac:picMkLst>
            <pc:docMk/>
            <pc:sldMk cId="3366181064" sldId="263"/>
            <ac:picMk id="4" creationId="{1A1325E2-1FE9-4309-8175-204102E02A53}"/>
          </ac:picMkLst>
        </pc:picChg>
      </pc:sldChg>
      <pc:sldChg chg="addSp delSp modSp add">
        <pc:chgData name="" userId="54d73927b2c42a41" providerId="LiveId" clId="{4BB42C46-65BE-4F84-B5C7-E78931531DB6}" dt="2026-03-25T10:38:36.794" v="845" actId="1038"/>
        <pc:sldMkLst>
          <pc:docMk/>
          <pc:sldMk cId="2602261003" sldId="264"/>
        </pc:sldMkLst>
        <pc:spChg chg="mod">
          <ac:chgData name="" userId="54d73927b2c42a41" providerId="LiveId" clId="{4BB42C46-65BE-4F84-B5C7-E78931531DB6}" dt="2026-03-25T10:31:30.716" v="710" actId="14100"/>
          <ac:spMkLst>
            <pc:docMk/>
            <pc:sldMk cId="2602261003" sldId="264"/>
            <ac:spMk id="2" creationId="{DBE62CCB-1D31-4ADD-AB2F-9894D43A4B3F}"/>
          </ac:spMkLst>
        </pc:spChg>
        <pc:spChg chg="del">
          <ac:chgData name="" userId="54d73927b2c42a41" providerId="LiveId" clId="{4BB42C46-65BE-4F84-B5C7-E78931531DB6}" dt="2026-03-25T10:29:56.803" v="702"/>
          <ac:spMkLst>
            <pc:docMk/>
            <pc:sldMk cId="2602261003" sldId="264"/>
            <ac:spMk id="3" creationId="{EB05441B-6B4C-4A5D-8E11-85F58AA4A1A9}"/>
          </ac:spMkLst>
        </pc:spChg>
        <pc:spChg chg="add del">
          <ac:chgData name="" userId="54d73927b2c42a41" providerId="LiveId" clId="{4BB42C46-65BE-4F84-B5C7-E78931531DB6}" dt="2026-03-25T10:31:59.961" v="713"/>
          <ac:spMkLst>
            <pc:docMk/>
            <pc:sldMk cId="2602261003" sldId="264"/>
            <ac:spMk id="6" creationId="{B1DAC3E5-5696-41D2-8B9E-312995248F92}"/>
          </ac:spMkLst>
        </pc:spChg>
        <pc:spChg chg="add del mod">
          <ac:chgData name="" userId="54d73927b2c42a41" providerId="LiveId" clId="{4BB42C46-65BE-4F84-B5C7-E78931531DB6}" dt="2026-03-25T10:33:08.858" v="781" actId="12084"/>
          <ac:spMkLst>
            <pc:docMk/>
            <pc:sldMk cId="2602261003" sldId="264"/>
            <ac:spMk id="7" creationId="{E3DCF1F3-4942-4DAF-99C0-79F0578BEA95}"/>
          </ac:spMkLst>
        </pc:spChg>
        <pc:spChg chg="add del mod">
          <ac:chgData name="" userId="54d73927b2c42a41" providerId="LiveId" clId="{4BB42C46-65BE-4F84-B5C7-E78931531DB6}" dt="2026-03-25T10:37:18.585" v="810" actId="478"/>
          <ac:spMkLst>
            <pc:docMk/>
            <pc:sldMk cId="2602261003" sldId="264"/>
            <ac:spMk id="12" creationId="{441662A6-9456-4C0E-998D-DDB6EF788955}"/>
          </ac:spMkLst>
        </pc:spChg>
        <pc:graphicFrameChg chg="add del mod">
          <ac:chgData name="" userId="54d73927b2c42a41" providerId="LiveId" clId="{4BB42C46-65BE-4F84-B5C7-E78931531DB6}" dt="2026-03-25T10:32:48.643" v="780" actId="12084"/>
          <ac:graphicFrameMkLst>
            <pc:docMk/>
            <pc:sldMk cId="2602261003" sldId="264"/>
            <ac:graphicFrameMk id="8" creationId="{00CF55AC-3FA6-431D-8C37-9CFC96F0A0F0}"/>
          </ac:graphicFrameMkLst>
        </pc:graphicFrameChg>
        <pc:graphicFrameChg chg="add mod">
          <ac:chgData name="" userId="54d73927b2c42a41" providerId="LiveId" clId="{4BB42C46-65BE-4F84-B5C7-E78931531DB6}" dt="2026-03-25T10:34:09.648" v="805" actId="1036"/>
          <ac:graphicFrameMkLst>
            <pc:docMk/>
            <pc:sldMk cId="2602261003" sldId="264"/>
            <ac:graphicFrameMk id="9" creationId="{483895AA-2327-4E49-8BEC-7E97551FDDF4}"/>
          </ac:graphicFrameMkLst>
        </pc:graphicFrameChg>
        <pc:picChg chg="add del mod">
          <ac:chgData name="" userId="54d73927b2c42a41" providerId="LiveId" clId="{4BB42C46-65BE-4F84-B5C7-E78931531DB6}" dt="2026-03-25T10:37:02.929" v="807" actId="478"/>
          <ac:picMkLst>
            <pc:docMk/>
            <pc:sldMk cId="2602261003" sldId="264"/>
            <ac:picMk id="4" creationId="{F6802E1E-BDA9-4E3A-BDE9-66C3FC99E444}"/>
          </ac:picMkLst>
        </pc:picChg>
        <pc:picChg chg="add del">
          <ac:chgData name="" userId="54d73927b2c42a41" providerId="LiveId" clId="{4BB42C46-65BE-4F84-B5C7-E78931531DB6}" dt="2026-03-25T10:31:36.903" v="711" actId="478"/>
          <ac:picMkLst>
            <pc:docMk/>
            <pc:sldMk cId="2602261003" sldId="264"/>
            <ac:picMk id="5" creationId="{FF1F1D37-DA7A-4C38-89AB-59360FA98E29}"/>
          </ac:picMkLst>
        </pc:picChg>
        <pc:picChg chg="add mod">
          <ac:chgData name="" userId="54d73927b2c42a41" providerId="LiveId" clId="{4BB42C46-65BE-4F84-B5C7-E78931531DB6}" dt="2026-03-25T10:38:36.794" v="845" actId="1038"/>
          <ac:picMkLst>
            <pc:docMk/>
            <pc:sldMk cId="2602261003" sldId="264"/>
            <ac:picMk id="10" creationId="{86101418-533C-4311-9DC8-C5DCE20AD17B}"/>
          </ac:picMkLst>
        </pc:picChg>
      </pc:sldChg>
      <pc:sldChg chg="addSp delSp modSp add">
        <pc:chgData name="" userId="54d73927b2c42a41" providerId="LiveId" clId="{4BB42C46-65BE-4F84-B5C7-E78931531DB6}" dt="2026-03-25T10:44:32.268" v="898" actId="1036"/>
        <pc:sldMkLst>
          <pc:docMk/>
          <pc:sldMk cId="4200081999" sldId="265"/>
        </pc:sldMkLst>
        <pc:spChg chg="mod">
          <ac:chgData name="" userId="54d73927b2c42a41" providerId="LiveId" clId="{4BB42C46-65BE-4F84-B5C7-E78931531DB6}" dt="2026-03-25T10:42:22.307" v="853" actId="14100"/>
          <ac:spMkLst>
            <pc:docMk/>
            <pc:sldMk cId="4200081999" sldId="265"/>
            <ac:spMk id="2" creationId="{A2D17683-7A92-47DC-925A-1E6A9CA121DD}"/>
          </ac:spMkLst>
        </pc:spChg>
        <pc:spChg chg="del">
          <ac:chgData name="" userId="54d73927b2c42a41" providerId="LiveId" clId="{4BB42C46-65BE-4F84-B5C7-E78931531DB6}" dt="2026-03-25T10:40:54.372" v="847"/>
          <ac:spMkLst>
            <pc:docMk/>
            <pc:sldMk cId="4200081999" sldId="265"/>
            <ac:spMk id="3" creationId="{13F6A4FA-4A2E-4223-851A-7C68E78A0C3B}"/>
          </ac:spMkLst>
        </pc:spChg>
        <pc:spChg chg="add mod">
          <ac:chgData name="" userId="54d73927b2c42a41" providerId="LiveId" clId="{4BB42C46-65BE-4F84-B5C7-E78931531DB6}" dt="2026-03-25T10:44:32.268" v="898" actId="1036"/>
          <ac:spMkLst>
            <pc:docMk/>
            <pc:sldMk cId="4200081999" sldId="265"/>
            <ac:spMk id="5" creationId="{9F7F898E-A910-431A-975E-02A475436C18}"/>
          </ac:spMkLst>
        </pc:spChg>
        <pc:picChg chg="add mod">
          <ac:chgData name="" userId="54d73927b2c42a41" providerId="LiveId" clId="{4BB42C46-65BE-4F84-B5C7-E78931531DB6}" dt="2026-03-25T10:42:54.223" v="860" actId="1440"/>
          <ac:picMkLst>
            <pc:docMk/>
            <pc:sldMk cId="4200081999" sldId="265"/>
            <ac:picMk id="4" creationId="{76BB7002-41CA-44E7-86EF-DBD014015922}"/>
          </ac:picMkLst>
        </pc:picChg>
      </pc:sldChg>
      <pc:sldChg chg="addSp delSp modSp add">
        <pc:chgData name="" userId="54d73927b2c42a41" providerId="LiveId" clId="{4BB42C46-65BE-4F84-B5C7-E78931531DB6}" dt="2026-03-25T10:55:49.268" v="1040" actId="14100"/>
        <pc:sldMkLst>
          <pc:docMk/>
          <pc:sldMk cId="2484449490" sldId="266"/>
        </pc:sldMkLst>
        <pc:spChg chg="mod">
          <ac:chgData name="" userId="54d73927b2c42a41" providerId="LiveId" clId="{4BB42C46-65BE-4F84-B5C7-E78931531DB6}" dt="2026-03-25T10:52:03.407" v="905" actId="14100"/>
          <ac:spMkLst>
            <pc:docMk/>
            <pc:sldMk cId="2484449490" sldId="266"/>
            <ac:spMk id="2" creationId="{80289B9B-C5B8-410A-B41E-55E3A7E5DB99}"/>
          </ac:spMkLst>
        </pc:spChg>
        <pc:spChg chg="del">
          <ac:chgData name="" userId="54d73927b2c42a41" providerId="LiveId" clId="{4BB42C46-65BE-4F84-B5C7-E78931531DB6}" dt="2026-03-25T10:51:12.106" v="900"/>
          <ac:spMkLst>
            <pc:docMk/>
            <pc:sldMk cId="2484449490" sldId="266"/>
            <ac:spMk id="3" creationId="{DCFB7E8E-A723-427D-B6DF-990F24F643DF}"/>
          </ac:spMkLst>
        </pc:spChg>
        <pc:spChg chg="add del mod">
          <ac:chgData name="" userId="54d73927b2c42a41" providerId="LiveId" clId="{4BB42C46-65BE-4F84-B5C7-E78931531DB6}" dt="2026-03-25T10:53:04.969" v="910"/>
          <ac:spMkLst>
            <pc:docMk/>
            <pc:sldMk cId="2484449490" sldId="266"/>
            <ac:spMk id="6" creationId="{49395A96-3965-4205-A010-AE4FC7F38AEC}"/>
          </ac:spMkLst>
        </pc:spChg>
        <pc:spChg chg="add mod">
          <ac:chgData name="" userId="54d73927b2c42a41" providerId="LiveId" clId="{4BB42C46-65BE-4F84-B5C7-E78931531DB6}" dt="2026-03-25T10:55:49.268" v="1040" actId="14100"/>
          <ac:spMkLst>
            <pc:docMk/>
            <pc:sldMk cId="2484449490" sldId="266"/>
            <ac:spMk id="8" creationId="{2B81D9C6-24D0-460E-AC67-92955191B18F}"/>
          </ac:spMkLst>
        </pc:spChg>
        <pc:picChg chg="add del mod">
          <ac:chgData name="" userId="54d73927b2c42a41" providerId="LiveId" clId="{4BB42C46-65BE-4F84-B5C7-E78931531DB6}" dt="2026-03-25T10:52:34.131" v="909" actId="478"/>
          <ac:picMkLst>
            <pc:docMk/>
            <pc:sldMk cId="2484449490" sldId="266"/>
            <ac:picMk id="4" creationId="{50EE94A7-6A44-4A5E-BDB9-ADC7D0D140CA}"/>
          </ac:picMkLst>
        </pc:picChg>
        <pc:picChg chg="add mod">
          <ac:chgData name="" userId="54d73927b2c42a41" providerId="LiveId" clId="{4BB42C46-65BE-4F84-B5C7-E78931531DB6}" dt="2026-03-25T10:54:08.797" v="924" actId="14100"/>
          <ac:picMkLst>
            <pc:docMk/>
            <pc:sldMk cId="2484449490" sldId="266"/>
            <ac:picMk id="7" creationId="{1B77F452-49D7-46E2-A8BA-6C1E1C477EC9}"/>
          </ac:picMkLst>
        </pc:picChg>
      </pc:sldChg>
      <pc:sldChg chg="add del">
        <pc:chgData name="" userId="54d73927b2c42a41" providerId="LiveId" clId="{4BB42C46-65BE-4F84-B5C7-E78931531DB6}" dt="2026-03-25T10:58:22.905" v="1045" actId="2696"/>
        <pc:sldMkLst>
          <pc:docMk/>
          <pc:sldMk cId="41661013" sldId="267"/>
        </pc:sldMkLst>
      </pc:sldChg>
      <pc:sldChg chg="addSp delSp modSp add del">
        <pc:chgData name="" userId="54d73927b2c42a41" providerId="LiveId" clId="{4BB42C46-65BE-4F84-B5C7-E78931531DB6}" dt="2026-03-25T10:58:19.055" v="1044" actId="2696"/>
        <pc:sldMkLst>
          <pc:docMk/>
          <pc:sldMk cId="3130730572" sldId="268"/>
        </pc:sldMkLst>
        <pc:spChg chg="del">
          <ac:chgData name="" userId="54d73927b2c42a41" providerId="LiveId" clId="{4BB42C46-65BE-4F84-B5C7-E78931531DB6}" dt="2026-03-25T10:57:23.716" v="1043"/>
          <ac:spMkLst>
            <pc:docMk/>
            <pc:sldMk cId="3130730572" sldId="268"/>
            <ac:spMk id="2" creationId="{671BD437-73A9-4868-98BA-2F759628E061}"/>
          </ac:spMkLst>
        </pc:spChg>
        <pc:spChg chg="del">
          <ac:chgData name="" userId="54d73927b2c42a41" providerId="LiveId" clId="{4BB42C46-65BE-4F84-B5C7-E78931531DB6}" dt="2026-03-25T10:57:23.716" v="1043"/>
          <ac:spMkLst>
            <pc:docMk/>
            <pc:sldMk cId="3130730572" sldId="268"/>
            <ac:spMk id="3" creationId="{A56E3216-C6C4-4734-9BAD-AAF8C411565F}"/>
          </ac:spMkLst>
        </pc:spChg>
        <pc:spChg chg="del">
          <ac:chgData name="" userId="54d73927b2c42a41" providerId="LiveId" clId="{4BB42C46-65BE-4F84-B5C7-E78931531DB6}" dt="2026-03-25T10:57:23.716" v="1043"/>
          <ac:spMkLst>
            <pc:docMk/>
            <pc:sldMk cId="3130730572" sldId="268"/>
            <ac:spMk id="4" creationId="{97E7C135-5551-4675-954B-6A1DCFFF0A73}"/>
          </ac:spMkLst>
        </pc:spChg>
        <pc:spChg chg="del">
          <ac:chgData name="" userId="54d73927b2c42a41" providerId="LiveId" clId="{4BB42C46-65BE-4F84-B5C7-E78931531DB6}" dt="2026-03-25T10:57:23.716" v="1043"/>
          <ac:spMkLst>
            <pc:docMk/>
            <pc:sldMk cId="3130730572" sldId="268"/>
            <ac:spMk id="5" creationId="{FE0EFEF8-8CC0-4113-B585-A2FB59E250B3}"/>
          </ac:spMkLst>
        </pc:spChg>
        <pc:spChg chg="del">
          <ac:chgData name="" userId="54d73927b2c42a41" providerId="LiveId" clId="{4BB42C46-65BE-4F84-B5C7-E78931531DB6}" dt="2026-03-25T10:57:23.716" v="1043"/>
          <ac:spMkLst>
            <pc:docMk/>
            <pc:sldMk cId="3130730572" sldId="268"/>
            <ac:spMk id="6" creationId="{A9EA963D-8E67-432C-BFE3-7B3A532D2F25}"/>
          </ac:spMkLst>
        </pc:spChg>
        <pc:spChg chg="add mod">
          <ac:chgData name="" userId="54d73927b2c42a41" providerId="LiveId" clId="{4BB42C46-65BE-4F84-B5C7-E78931531DB6}" dt="2026-03-25T10:57:23.716" v="1043"/>
          <ac:spMkLst>
            <pc:docMk/>
            <pc:sldMk cId="3130730572" sldId="268"/>
            <ac:spMk id="7" creationId="{01FFE88C-AD4E-456F-8321-8CBCCC471F59}"/>
          </ac:spMkLst>
        </pc:spChg>
        <pc:spChg chg="add mod">
          <ac:chgData name="" userId="54d73927b2c42a41" providerId="LiveId" clId="{4BB42C46-65BE-4F84-B5C7-E78931531DB6}" dt="2026-03-25T10:57:23.716" v="1043"/>
          <ac:spMkLst>
            <pc:docMk/>
            <pc:sldMk cId="3130730572" sldId="268"/>
            <ac:spMk id="8" creationId="{11EC58B6-E6ED-4BD5-9218-6D2B0F2A887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C18B96-E7C2-48A7-86DE-6D05D07DE1BE}" type="doc">
      <dgm:prSet loTypeId="urn:microsoft.com/office/officeart/2011/layout/CircleProcess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07623FA8-2BCA-4736-BADA-F4E4E8A9119E}">
      <dgm:prSet/>
      <dgm:spPr/>
      <dgm:t>
        <a:bodyPr/>
        <a:lstStyle/>
        <a:p>
          <a:r>
            <a:rPr lang="en-US"/>
            <a:t>Low demand during night and early morning hours </a:t>
          </a:r>
          <a:endParaRPr lang="en-IN"/>
        </a:p>
      </dgm:t>
    </dgm:pt>
    <dgm:pt modelId="{3668A59E-083C-4B86-BFC6-0189A7726721}" type="parTrans" cxnId="{02BAA691-9072-4FB2-9480-14BC1C8B51D5}">
      <dgm:prSet/>
      <dgm:spPr/>
      <dgm:t>
        <a:bodyPr/>
        <a:lstStyle/>
        <a:p>
          <a:endParaRPr lang="en-IN"/>
        </a:p>
      </dgm:t>
    </dgm:pt>
    <dgm:pt modelId="{990F3682-E4C9-4128-80C9-B8462B153CEE}" type="sibTrans" cxnId="{02BAA691-9072-4FB2-9480-14BC1C8B51D5}">
      <dgm:prSet/>
      <dgm:spPr/>
      <dgm:t>
        <a:bodyPr/>
        <a:lstStyle/>
        <a:p>
          <a:endParaRPr lang="en-IN"/>
        </a:p>
      </dgm:t>
    </dgm:pt>
    <dgm:pt modelId="{5E81EC7D-2DED-4437-BAC4-79672AD8C2D0}">
      <dgm:prSet/>
      <dgm:spPr/>
      <dgm:t>
        <a:bodyPr/>
        <a:lstStyle/>
        <a:p>
          <a:r>
            <a:rPr lang="en-US" dirty="0"/>
            <a:t>Peak demand observed during morning and evening </a:t>
          </a:r>
          <a:endParaRPr lang="en-IN" dirty="0"/>
        </a:p>
      </dgm:t>
    </dgm:pt>
    <dgm:pt modelId="{1E60BC19-ADED-4BF9-908D-0FE7D1F8CCDC}" type="parTrans" cxnId="{DE3070EA-F2E5-4523-810F-B49E7E14562C}">
      <dgm:prSet/>
      <dgm:spPr/>
      <dgm:t>
        <a:bodyPr/>
        <a:lstStyle/>
        <a:p>
          <a:endParaRPr lang="en-IN"/>
        </a:p>
      </dgm:t>
    </dgm:pt>
    <dgm:pt modelId="{DFC60CB2-B1BF-4850-8E36-08944EB5275B}" type="sibTrans" cxnId="{DE3070EA-F2E5-4523-810F-B49E7E14562C}">
      <dgm:prSet/>
      <dgm:spPr/>
      <dgm:t>
        <a:bodyPr/>
        <a:lstStyle/>
        <a:p>
          <a:endParaRPr lang="en-IN"/>
        </a:p>
      </dgm:t>
    </dgm:pt>
    <dgm:pt modelId="{5E90CF7C-721C-4A58-ABEE-6083F0B70508}">
      <dgm:prSet/>
      <dgm:spPr/>
      <dgm:t>
        <a:bodyPr/>
        <a:lstStyle/>
        <a:p>
          <a:r>
            <a:rPr lang="en-US" dirty="0"/>
            <a:t>Demand remains high across most days (including weekends) </a:t>
          </a:r>
          <a:endParaRPr lang="en-IN" dirty="0"/>
        </a:p>
      </dgm:t>
    </dgm:pt>
    <dgm:pt modelId="{485C8D36-F17E-4D68-9FD0-3E7CA5116C6D}" type="parTrans" cxnId="{F6F1A67D-B1CD-4902-9E99-CD8DEF0ABE0F}">
      <dgm:prSet/>
      <dgm:spPr/>
      <dgm:t>
        <a:bodyPr/>
        <a:lstStyle/>
        <a:p>
          <a:endParaRPr lang="en-IN"/>
        </a:p>
      </dgm:t>
    </dgm:pt>
    <dgm:pt modelId="{E0D194DD-168F-4047-B958-3803F5B6BF77}" type="sibTrans" cxnId="{F6F1A67D-B1CD-4902-9E99-CD8DEF0ABE0F}">
      <dgm:prSet/>
      <dgm:spPr/>
      <dgm:t>
        <a:bodyPr/>
        <a:lstStyle/>
        <a:p>
          <a:endParaRPr lang="en-IN"/>
        </a:p>
      </dgm:t>
    </dgm:pt>
    <dgm:pt modelId="{C774D680-03DE-4B43-A599-7818648AC2B7}">
      <dgm:prSet/>
      <dgm:spPr/>
      <dgm:t>
        <a:bodyPr/>
        <a:lstStyle/>
        <a:p>
          <a:r>
            <a:rPr lang="en-US"/>
            <a:t>Clear variation between peak and off-peak hours </a:t>
          </a:r>
          <a:endParaRPr lang="en-IN"/>
        </a:p>
      </dgm:t>
    </dgm:pt>
    <dgm:pt modelId="{16DEBB6A-2C1D-44DC-B3CD-3EFCBE4C85EC}" type="parTrans" cxnId="{DAEDF212-4620-41E8-859A-3A7529E66CE6}">
      <dgm:prSet/>
      <dgm:spPr/>
      <dgm:t>
        <a:bodyPr/>
        <a:lstStyle/>
        <a:p>
          <a:endParaRPr lang="en-IN"/>
        </a:p>
      </dgm:t>
    </dgm:pt>
    <dgm:pt modelId="{7B04A4B8-C7D9-4128-A2C0-F6956E96B788}" type="sibTrans" cxnId="{DAEDF212-4620-41E8-859A-3A7529E66CE6}">
      <dgm:prSet/>
      <dgm:spPr/>
      <dgm:t>
        <a:bodyPr/>
        <a:lstStyle/>
        <a:p>
          <a:endParaRPr lang="en-IN"/>
        </a:p>
      </dgm:t>
    </dgm:pt>
    <dgm:pt modelId="{AC44247D-A1A4-4AE3-80A8-B1E5B818A572}" type="pres">
      <dgm:prSet presAssocID="{94C18B96-E7C2-48A7-86DE-6D05D07DE1BE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1F7C7F96-BBDA-499D-B57F-FBFF97519786}" type="pres">
      <dgm:prSet presAssocID="{C774D680-03DE-4B43-A599-7818648AC2B7}" presName="Accent4" presStyleCnt="0"/>
      <dgm:spPr/>
    </dgm:pt>
    <dgm:pt modelId="{687B6BC1-2EDA-4295-B4F3-0592DA31C048}" type="pres">
      <dgm:prSet presAssocID="{C774D680-03DE-4B43-A599-7818648AC2B7}" presName="Accent" presStyleLbl="node1" presStyleIdx="0" presStyleCnt="4"/>
      <dgm:spPr/>
    </dgm:pt>
    <dgm:pt modelId="{762F4173-144B-49A2-A9CC-E1FC02C1EC73}" type="pres">
      <dgm:prSet presAssocID="{C774D680-03DE-4B43-A599-7818648AC2B7}" presName="ParentBackground4" presStyleCnt="0"/>
      <dgm:spPr/>
    </dgm:pt>
    <dgm:pt modelId="{47D86A9E-542F-45F6-B9B3-25BDADD67D48}" type="pres">
      <dgm:prSet presAssocID="{C774D680-03DE-4B43-A599-7818648AC2B7}" presName="ParentBackground" presStyleLbl="fgAcc1" presStyleIdx="0" presStyleCnt="4"/>
      <dgm:spPr/>
    </dgm:pt>
    <dgm:pt modelId="{46E9A158-9768-4489-984A-ACBFEA95577E}" type="pres">
      <dgm:prSet presAssocID="{C774D680-03DE-4B43-A599-7818648AC2B7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AD39B7A-0EF0-4100-9396-32F6EF7B1DFE}" type="pres">
      <dgm:prSet presAssocID="{5E90CF7C-721C-4A58-ABEE-6083F0B70508}" presName="Accent3" presStyleCnt="0"/>
      <dgm:spPr/>
    </dgm:pt>
    <dgm:pt modelId="{D6A3DF6F-15D6-4C5D-90D9-74EEC4B51023}" type="pres">
      <dgm:prSet presAssocID="{5E90CF7C-721C-4A58-ABEE-6083F0B70508}" presName="Accent" presStyleLbl="node1" presStyleIdx="1" presStyleCnt="4"/>
      <dgm:spPr/>
    </dgm:pt>
    <dgm:pt modelId="{06A6B271-BE6B-4C34-8496-0EB0F7B79091}" type="pres">
      <dgm:prSet presAssocID="{5E90CF7C-721C-4A58-ABEE-6083F0B70508}" presName="ParentBackground3" presStyleCnt="0"/>
      <dgm:spPr/>
    </dgm:pt>
    <dgm:pt modelId="{D1FBE957-3AD9-4922-A69F-52C3C57962A8}" type="pres">
      <dgm:prSet presAssocID="{5E90CF7C-721C-4A58-ABEE-6083F0B70508}" presName="ParentBackground" presStyleLbl="fgAcc1" presStyleIdx="1" presStyleCnt="4"/>
      <dgm:spPr/>
    </dgm:pt>
    <dgm:pt modelId="{49C51CED-C35B-40DC-A3BD-9D7B64F18955}" type="pres">
      <dgm:prSet presAssocID="{5E90CF7C-721C-4A58-ABEE-6083F0B70508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8D02275-0BF5-47A3-A35A-F5E8C6E0F355}" type="pres">
      <dgm:prSet presAssocID="{5E81EC7D-2DED-4437-BAC4-79672AD8C2D0}" presName="Accent2" presStyleCnt="0"/>
      <dgm:spPr/>
    </dgm:pt>
    <dgm:pt modelId="{0C079AA3-6780-4EFD-91B1-2EEF272CF7BF}" type="pres">
      <dgm:prSet presAssocID="{5E81EC7D-2DED-4437-BAC4-79672AD8C2D0}" presName="Accent" presStyleLbl="node1" presStyleIdx="2" presStyleCnt="4"/>
      <dgm:spPr/>
    </dgm:pt>
    <dgm:pt modelId="{0D38F849-6CC5-448A-AC00-381ED2D45511}" type="pres">
      <dgm:prSet presAssocID="{5E81EC7D-2DED-4437-BAC4-79672AD8C2D0}" presName="ParentBackground2" presStyleCnt="0"/>
      <dgm:spPr/>
    </dgm:pt>
    <dgm:pt modelId="{1459BFB1-4D81-4483-A68A-7D2ECF8118CA}" type="pres">
      <dgm:prSet presAssocID="{5E81EC7D-2DED-4437-BAC4-79672AD8C2D0}" presName="ParentBackground" presStyleLbl="fgAcc1" presStyleIdx="2" presStyleCnt="4"/>
      <dgm:spPr/>
    </dgm:pt>
    <dgm:pt modelId="{A5324E3C-AF45-4011-8FDC-2F5EF4125207}" type="pres">
      <dgm:prSet presAssocID="{5E81EC7D-2DED-4437-BAC4-79672AD8C2D0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1EC0039-01F9-4054-A670-18CE8AB5D4F9}" type="pres">
      <dgm:prSet presAssocID="{07623FA8-2BCA-4736-BADA-F4E4E8A9119E}" presName="Accent1" presStyleCnt="0"/>
      <dgm:spPr/>
    </dgm:pt>
    <dgm:pt modelId="{E1DDAA1F-484C-4EE7-9484-2D983999C7D6}" type="pres">
      <dgm:prSet presAssocID="{07623FA8-2BCA-4736-BADA-F4E4E8A9119E}" presName="Accent" presStyleLbl="node1" presStyleIdx="3" presStyleCnt="4"/>
      <dgm:spPr/>
    </dgm:pt>
    <dgm:pt modelId="{271EF431-6788-4F60-A1BD-B47E73029108}" type="pres">
      <dgm:prSet presAssocID="{07623FA8-2BCA-4736-BADA-F4E4E8A9119E}" presName="ParentBackground1" presStyleCnt="0"/>
      <dgm:spPr/>
    </dgm:pt>
    <dgm:pt modelId="{F21F6E52-762E-4000-BE01-47C3569D9B3B}" type="pres">
      <dgm:prSet presAssocID="{07623FA8-2BCA-4736-BADA-F4E4E8A9119E}" presName="ParentBackground" presStyleLbl="fgAcc1" presStyleIdx="3" presStyleCnt="4"/>
      <dgm:spPr/>
    </dgm:pt>
    <dgm:pt modelId="{0C3867C5-036C-4FA0-A4B7-A70D2A4F5940}" type="pres">
      <dgm:prSet presAssocID="{07623FA8-2BCA-4736-BADA-F4E4E8A9119E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9E716610-E3AB-45FA-AE87-48C0617597B2}" type="presOf" srcId="{5E81EC7D-2DED-4437-BAC4-79672AD8C2D0}" destId="{1459BFB1-4D81-4483-A68A-7D2ECF8118CA}" srcOrd="0" destOrd="0" presId="urn:microsoft.com/office/officeart/2011/layout/CircleProcess"/>
    <dgm:cxn modelId="{DAEDF212-4620-41E8-859A-3A7529E66CE6}" srcId="{94C18B96-E7C2-48A7-86DE-6D05D07DE1BE}" destId="{C774D680-03DE-4B43-A599-7818648AC2B7}" srcOrd="3" destOrd="0" parTransId="{16DEBB6A-2C1D-44DC-B3CD-3EFCBE4C85EC}" sibTransId="{7B04A4B8-C7D9-4128-A2C0-F6956E96B788}"/>
    <dgm:cxn modelId="{135B345B-92B9-4230-83CC-3AE73632CCD9}" type="presOf" srcId="{07623FA8-2BCA-4736-BADA-F4E4E8A9119E}" destId="{0C3867C5-036C-4FA0-A4B7-A70D2A4F5940}" srcOrd="1" destOrd="0" presId="urn:microsoft.com/office/officeart/2011/layout/CircleProcess"/>
    <dgm:cxn modelId="{47A2AB41-46CD-4598-BBFD-0C30650F8842}" type="presOf" srcId="{94C18B96-E7C2-48A7-86DE-6D05D07DE1BE}" destId="{AC44247D-A1A4-4AE3-80A8-B1E5B818A572}" srcOrd="0" destOrd="0" presId="urn:microsoft.com/office/officeart/2011/layout/CircleProcess"/>
    <dgm:cxn modelId="{623EA342-9896-4D9F-B093-BB124ADF6848}" type="presOf" srcId="{C774D680-03DE-4B43-A599-7818648AC2B7}" destId="{46E9A158-9768-4489-984A-ACBFEA95577E}" srcOrd="1" destOrd="0" presId="urn:microsoft.com/office/officeart/2011/layout/CircleProcess"/>
    <dgm:cxn modelId="{B7921970-E1A5-4CE9-86A2-186E9F332B63}" type="presOf" srcId="{5E90CF7C-721C-4A58-ABEE-6083F0B70508}" destId="{D1FBE957-3AD9-4922-A69F-52C3C57962A8}" srcOrd="0" destOrd="0" presId="urn:microsoft.com/office/officeart/2011/layout/CircleProcess"/>
    <dgm:cxn modelId="{F6F1A67D-B1CD-4902-9E99-CD8DEF0ABE0F}" srcId="{94C18B96-E7C2-48A7-86DE-6D05D07DE1BE}" destId="{5E90CF7C-721C-4A58-ABEE-6083F0B70508}" srcOrd="2" destOrd="0" parTransId="{485C8D36-F17E-4D68-9FD0-3E7CA5116C6D}" sibTransId="{E0D194DD-168F-4047-B958-3803F5B6BF77}"/>
    <dgm:cxn modelId="{B826AE90-643A-4405-A1E1-A2BE7E8958F0}" type="presOf" srcId="{C774D680-03DE-4B43-A599-7818648AC2B7}" destId="{47D86A9E-542F-45F6-B9B3-25BDADD67D48}" srcOrd="0" destOrd="0" presId="urn:microsoft.com/office/officeart/2011/layout/CircleProcess"/>
    <dgm:cxn modelId="{02BAA691-9072-4FB2-9480-14BC1C8B51D5}" srcId="{94C18B96-E7C2-48A7-86DE-6D05D07DE1BE}" destId="{07623FA8-2BCA-4736-BADA-F4E4E8A9119E}" srcOrd="0" destOrd="0" parTransId="{3668A59E-083C-4B86-BFC6-0189A7726721}" sibTransId="{990F3682-E4C9-4128-80C9-B8462B153CEE}"/>
    <dgm:cxn modelId="{F7BF9FD6-9EB6-47BC-A8C3-563045F5DC8D}" type="presOf" srcId="{5E81EC7D-2DED-4437-BAC4-79672AD8C2D0}" destId="{A5324E3C-AF45-4011-8FDC-2F5EF4125207}" srcOrd="1" destOrd="0" presId="urn:microsoft.com/office/officeart/2011/layout/CircleProcess"/>
    <dgm:cxn modelId="{363BEED8-8B73-45F1-9FF9-51C38AC402B2}" type="presOf" srcId="{5E90CF7C-721C-4A58-ABEE-6083F0B70508}" destId="{49C51CED-C35B-40DC-A3BD-9D7B64F18955}" srcOrd="1" destOrd="0" presId="urn:microsoft.com/office/officeart/2011/layout/CircleProcess"/>
    <dgm:cxn modelId="{DE3070EA-F2E5-4523-810F-B49E7E14562C}" srcId="{94C18B96-E7C2-48A7-86DE-6D05D07DE1BE}" destId="{5E81EC7D-2DED-4437-BAC4-79672AD8C2D0}" srcOrd="1" destOrd="0" parTransId="{1E60BC19-ADED-4BF9-908D-0FE7D1F8CCDC}" sibTransId="{DFC60CB2-B1BF-4850-8E36-08944EB5275B}"/>
    <dgm:cxn modelId="{7C6414F7-08B0-475B-A764-D3FE53EA241E}" type="presOf" srcId="{07623FA8-2BCA-4736-BADA-F4E4E8A9119E}" destId="{F21F6E52-762E-4000-BE01-47C3569D9B3B}" srcOrd="0" destOrd="0" presId="urn:microsoft.com/office/officeart/2011/layout/CircleProcess"/>
    <dgm:cxn modelId="{DD498E44-FC21-4B15-89F4-B6C7000D3C72}" type="presParOf" srcId="{AC44247D-A1A4-4AE3-80A8-B1E5B818A572}" destId="{1F7C7F96-BBDA-499D-B57F-FBFF97519786}" srcOrd="0" destOrd="0" presId="urn:microsoft.com/office/officeart/2011/layout/CircleProcess"/>
    <dgm:cxn modelId="{A73D49DD-4E0E-426B-B86E-3C42137BF56E}" type="presParOf" srcId="{1F7C7F96-BBDA-499D-B57F-FBFF97519786}" destId="{687B6BC1-2EDA-4295-B4F3-0592DA31C048}" srcOrd="0" destOrd="0" presId="urn:microsoft.com/office/officeart/2011/layout/CircleProcess"/>
    <dgm:cxn modelId="{F09F1D29-F775-4CAC-B31F-9D4C776339F1}" type="presParOf" srcId="{AC44247D-A1A4-4AE3-80A8-B1E5B818A572}" destId="{762F4173-144B-49A2-A9CC-E1FC02C1EC73}" srcOrd="1" destOrd="0" presId="urn:microsoft.com/office/officeart/2011/layout/CircleProcess"/>
    <dgm:cxn modelId="{36539F5F-210B-4383-8AFC-C3CF8B70651A}" type="presParOf" srcId="{762F4173-144B-49A2-A9CC-E1FC02C1EC73}" destId="{47D86A9E-542F-45F6-B9B3-25BDADD67D48}" srcOrd="0" destOrd="0" presId="urn:microsoft.com/office/officeart/2011/layout/CircleProcess"/>
    <dgm:cxn modelId="{830A34B9-A0D1-47DF-8FA7-E82CD705C914}" type="presParOf" srcId="{AC44247D-A1A4-4AE3-80A8-B1E5B818A572}" destId="{46E9A158-9768-4489-984A-ACBFEA95577E}" srcOrd="2" destOrd="0" presId="urn:microsoft.com/office/officeart/2011/layout/CircleProcess"/>
    <dgm:cxn modelId="{3D6F3DA5-C8FC-4AC0-BF31-3FBAB4BFFF61}" type="presParOf" srcId="{AC44247D-A1A4-4AE3-80A8-B1E5B818A572}" destId="{BAD39B7A-0EF0-4100-9396-32F6EF7B1DFE}" srcOrd="3" destOrd="0" presId="urn:microsoft.com/office/officeart/2011/layout/CircleProcess"/>
    <dgm:cxn modelId="{D2A42592-D0A1-4E45-8957-3FDB02E8A8EA}" type="presParOf" srcId="{BAD39B7A-0EF0-4100-9396-32F6EF7B1DFE}" destId="{D6A3DF6F-15D6-4C5D-90D9-74EEC4B51023}" srcOrd="0" destOrd="0" presId="urn:microsoft.com/office/officeart/2011/layout/CircleProcess"/>
    <dgm:cxn modelId="{4AC42DF6-9CA5-4FFB-BEFA-1753120B6B92}" type="presParOf" srcId="{AC44247D-A1A4-4AE3-80A8-B1E5B818A572}" destId="{06A6B271-BE6B-4C34-8496-0EB0F7B79091}" srcOrd="4" destOrd="0" presId="urn:microsoft.com/office/officeart/2011/layout/CircleProcess"/>
    <dgm:cxn modelId="{F8C78806-5D76-4B13-A6E0-BAAE53B462BB}" type="presParOf" srcId="{06A6B271-BE6B-4C34-8496-0EB0F7B79091}" destId="{D1FBE957-3AD9-4922-A69F-52C3C57962A8}" srcOrd="0" destOrd="0" presId="urn:microsoft.com/office/officeart/2011/layout/CircleProcess"/>
    <dgm:cxn modelId="{37A072CB-C850-4E5E-8FF8-19EC1202ACB4}" type="presParOf" srcId="{AC44247D-A1A4-4AE3-80A8-B1E5B818A572}" destId="{49C51CED-C35B-40DC-A3BD-9D7B64F18955}" srcOrd="5" destOrd="0" presId="urn:microsoft.com/office/officeart/2011/layout/CircleProcess"/>
    <dgm:cxn modelId="{4E79507C-4901-445A-BABC-CA669DD1BDFC}" type="presParOf" srcId="{AC44247D-A1A4-4AE3-80A8-B1E5B818A572}" destId="{F8D02275-0BF5-47A3-A35A-F5E8C6E0F355}" srcOrd="6" destOrd="0" presId="urn:microsoft.com/office/officeart/2011/layout/CircleProcess"/>
    <dgm:cxn modelId="{DDDEAF8C-E2BC-4CDE-BE27-A0E96B979C08}" type="presParOf" srcId="{F8D02275-0BF5-47A3-A35A-F5E8C6E0F355}" destId="{0C079AA3-6780-4EFD-91B1-2EEF272CF7BF}" srcOrd="0" destOrd="0" presId="urn:microsoft.com/office/officeart/2011/layout/CircleProcess"/>
    <dgm:cxn modelId="{BC60BCE7-9A19-4964-9D57-88891F1B5297}" type="presParOf" srcId="{AC44247D-A1A4-4AE3-80A8-B1E5B818A572}" destId="{0D38F849-6CC5-448A-AC00-381ED2D45511}" srcOrd="7" destOrd="0" presId="urn:microsoft.com/office/officeart/2011/layout/CircleProcess"/>
    <dgm:cxn modelId="{3B5F605E-98C2-4D9A-88D2-F3F1F6B3A8E7}" type="presParOf" srcId="{0D38F849-6CC5-448A-AC00-381ED2D45511}" destId="{1459BFB1-4D81-4483-A68A-7D2ECF8118CA}" srcOrd="0" destOrd="0" presId="urn:microsoft.com/office/officeart/2011/layout/CircleProcess"/>
    <dgm:cxn modelId="{CA599A66-AACB-47F9-B5E6-F9691417322C}" type="presParOf" srcId="{AC44247D-A1A4-4AE3-80A8-B1E5B818A572}" destId="{A5324E3C-AF45-4011-8FDC-2F5EF4125207}" srcOrd="8" destOrd="0" presId="urn:microsoft.com/office/officeart/2011/layout/CircleProcess"/>
    <dgm:cxn modelId="{A6F5638E-AB28-486E-B235-FA5D3D204D8B}" type="presParOf" srcId="{AC44247D-A1A4-4AE3-80A8-B1E5B818A572}" destId="{D1EC0039-01F9-4054-A670-18CE8AB5D4F9}" srcOrd="9" destOrd="0" presId="urn:microsoft.com/office/officeart/2011/layout/CircleProcess"/>
    <dgm:cxn modelId="{636D3336-38B0-41D5-97BF-17D824F0477D}" type="presParOf" srcId="{D1EC0039-01F9-4054-A670-18CE8AB5D4F9}" destId="{E1DDAA1F-484C-4EE7-9484-2D983999C7D6}" srcOrd="0" destOrd="0" presId="urn:microsoft.com/office/officeart/2011/layout/CircleProcess"/>
    <dgm:cxn modelId="{F55FC436-FB4A-4B6C-9D23-3558E9A59A04}" type="presParOf" srcId="{AC44247D-A1A4-4AE3-80A8-B1E5B818A572}" destId="{271EF431-6788-4F60-A1BD-B47E73029108}" srcOrd="10" destOrd="0" presId="urn:microsoft.com/office/officeart/2011/layout/CircleProcess"/>
    <dgm:cxn modelId="{D35FFE67-5C45-4A33-980F-1EDF88138AB4}" type="presParOf" srcId="{271EF431-6788-4F60-A1BD-B47E73029108}" destId="{F21F6E52-762E-4000-BE01-47C3569D9B3B}" srcOrd="0" destOrd="0" presId="urn:microsoft.com/office/officeart/2011/layout/CircleProcess"/>
    <dgm:cxn modelId="{D33C6EF3-EAA6-43AF-9FEA-09688D0C0E67}" type="presParOf" srcId="{AC44247D-A1A4-4AE3-80A8-B1E5B818A572}" destId="{0C3867C5-036C-4FA0-A4B7-A70D2A4F5940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6FE38C-58E7-47EC-A03A-FD77666A6AE1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1111B64-BA61-497E-A22B-07BA6906CD80}">
      <dgm:prSet/>
      <dgm:spPr/>
      <dgm:t>
        <a:bodyPr/>
        <a:lstStyle/>
        <a:p>
          <a:r>
            <a:rPr lang="en-US" b="0" i="0" baseline="0"/>
            <a:t>Bike demand is significantly higher on working days compared to holidays. </a:t>
          </a:r>
          <a:endParaRPr lang="en-IN"/>
        </a:p>
      </dgm:t>
    </dgm:pt>
    <dgm:pt modelId="{6911167D-F9BD-4114-9C88-222BD6A640CE}" type="parTrans" cxnId="{F84E9F3D-A9CF-478A-A991-040663FCE618}">
      <dgm:prSet/>
      <dgm:spPr/>
      <dgm:t>
        <a:bodyPr/>
        <a:lstStyle/>
        <a:p>
          <a:endParaRPr lang="en-IN"/>
        </a:p>
      </dgm:t>
    </dgm:pt>
    <dgm:pt modelId="{BD8EC454-1068-48A0-A040-C4885FAD1913}" type="sibTrans" cxnId="{F84E9F3D-A9CF-478A-A991-040663FCE618}">
      <dgm:prSet/>
      <dgm:spPr/>
      <dgm:t>
        <a:bodyPr/>
        <a:lstStyle/>
        <a:p>
          <a:endParaRPr lang="en-IN"/>
        </a:p>
      </dgm:t>
    </dgm:pt>
    <dgm:pt modelId="{0C8B9E47-292D-4379-93DD-B9B09328619C}">
      <dgm:prSet/>
      <dgm:spPr/>
      <dgm:t>
        <a:bodyPr/>
        <a:lstStyle/>
        <a:p>
          <a:r>
            <a:rPr lang="en-US" b="0" i="0" baseline="0"/>
            <a:t>Holidays contribute a very small portion of overall usage. </a:t>
          </a:r>
          <a:endParaRPr lang="en-IN"/>
        </a:p>
      </dgm:t>
    </dgm:pt>
    <dgm:pt modelId="{16861BF4-E02B-4537-9ED6-491860E6C287}" type="parTrans" cxnId="{93766E1E-C4D6-4DE0-A395-0B2FEA74F909}">
      <dgm:prSet/>
      <dgm:spPr/>
      <dgm:t>
        <a:bodyPr/>
        <a:lstStyle/>
        <a:p>
          <a:endParaRPr lang="en-IN"/>
        </a:p>
      </dgm:t>
    </dgm:pt>
    <dgm:pt modelId="{D86BE890-6AC5-451A-A24E-07A54D070C26}" type="sibTrans" cxnId="{93766E1E-C4D6-4DE0-A395-0B2FEA74F909}">
      <dgm:prSet/>
      <dgm:spPr/>
      <dgm:t>
        <a:bodyPr/>
        <a:lstStyle/>
        <a:p>
          <a:endParaRPr lang="en-IN"/>
        </a:p>
      </dgm:t>
    </dgm:pt>
    <dgm:pt modelId="{6C01647F-A8FB-4103-9F19-D39E9056943A}">
      <dgm:prSet/>
      <dgm:spPr/>
      <dgm:t>
        <a:bodyPr/>
        <a:lstStyle/>
        <a:p>
          <a:r>
            <a:rPr lang="en-US" b="0" i="0" baseline="0"/>
            <a:t>Both casual and registered users follow a similar usage pattern across day types. </a:t>
          </a:r>
          <a:endParaRPr lang="en-IN"/>
        </a:p>
      </dgm:t>
    </dgm:pt>
    <dgm:pt modelId="{7A55974C-C9B1-453A-9478-D05646D8A31F}" type="parTrans" cxnId="{3BE9B12F-57F6-4C22-AEC9-AC64B98113E6}">
      <dgm:prSet/>
      <dgm:spPr/>
      <dgm:t>
        <a:bodyPr/>
        <a:lstStyle/>
        <a:p>
          <a:endParaRPr lang="en-IN"/>
        </a:p>
      </dgm:t>
    </dgm:pt>
    <dgm:pt modelId="{10678A10-8867-457F-AA90-DFA316BD0233}" type="sibTrans" cxnId="{3BE9B12F-57F6-4C22-AEC9-AC64B98113E6}">
      <dgm:prSet/>
      <dgm:spPr/>
      <dgm:t>
        <a:bodyPr/>
        <a:lstStyle/>
        <a:p>
          <a:endParaRPr lang="en-IN"/>
        </a:p>
      </dgm:t>
    </dgm:pt>
    <dgm:pt modelId="{2011556B-FBCB-444A-9D62-22A696D9B244}">
      <dgm:prSet/>
      <dgm:spPr/>
      <dgm:t>
        <a:bodyPr/>
        <a:lstStyle/>
        <a:p>
          <a:r>
            <a:rPr lang="en-US" b="0" i="0" baseline="0"/>
            <a:t>Working days dominate total demand, indicating regular daily usage behavior. </a:t>
          </a:r>
          <a:endParaRPr lang="en-IN"/>
        </a:p>
      </dgm:t>
    </dgm:pt>
    <dgm:pt modelId="{FC047788-B4D2-49DD-9038-D42C08E1E416}" type="parTrans" cxnId="{53111C6A-DF43-4FFF-8485-5603BBFFC35C}">
      <dgm:prSet/>
      <dgm:spPr/>
      <dgm:t>
        <a:bodyPr/>
        <a:lstStyle/>
        <a:p>
          <a:endParaRPr lang="en-IN"/>
        </a:p>
      </dgm:t>
    </dgm:pt>
    <dgm:pt modelId="{094A338A-9876-429B-8793-4F1F0A96A2AC}" type="sibTrans" cxnId="{53111C6A-DF43-4FFF-8485-5603BBFFC35C}">
      <dgm:prSet/>
      <dgm:spPr/>
      <dgm:t>
        <a:bodyPr/>
        <a:lstStyle/>
        <a:p>
          <a:endParaRPr lang="en-IN"/>
        </a:p>
      </dgm:t>
    </dgm:pt>
    <dgm:pt modelId="{63DE8401-61AE-42FF-8B88-5A3A5DC9A65C}" type="pres">
      <dgm:prSet presAssocID="{BB6FE38C-58E7-47EC-A03A-FD77666A6AE1}" presName="rootnode" presStyleCnt="0">
        <dgm:presLayoutVars>
          <dgm:chMax/>
          <dgm:chPref/>
          <dgm:dir/>
          <dgm:animLvl val="lvl"/>
        </dgm:presLayoutVars>
      </dgm:prSet>
      <dgm:spPr/>
    </dgm:pt>
    <dgm:pt modelId="{C8C69362-7110-47AC-9EDB-A6E0691B0750}" type="pres">
      <dgm:prSet presAssocID="{A1111B64-BA61-497E-A22B-07BA6906CD80}" presName="composite" presStyleCnt="0"/>
      <dgm:spPr/>
    </dgm:pt>
    <dgm:pt modelId="{3A76F4ED-A176-48A2-BEA7-5363B9F97D34}" type="pres">
      <dgm:prSet presAssocID="{A1111B64-BA61-497E-A22B-07BA6906CD80}" presName="bentUpArrow1" presStyleLbl="alignImgPlace1" presStyleIdx="0" presStyleCnt="3"/>
      <dgm:spPr/>
    </dgm:pt>
    <dgm:pt modelId="{26F302E0-953D-4C68-94AB-3AE3802C2C56}" type="pres">
      <dgm:prSet presAssocID="{A1111B64-BA61-497E-A22B-07BA6906CD80}" presName="ParentText" presStyleLbl="node1" presStyleIdx="0" presStyleCnt="4" custLinFactNeighborY="3864">
        <dgm:presLayoutVars>
          <dgm:chMax val="1"/>
          <dgm:chPref val="1"/>
          <dgm:bulletEnabled val="1"/>
        </dgm:presLayoutVars>
      </dgm:prSet>
      <dgm:spPr/>
    </dgm:pt>
    <dgm:pt modelId="{7AFA71CA-7E06-4BA0-B9FB-FF3DAC8FE8BB}" type="pres">
      <dgm:prSet presAssocID="{A1111B64-BA61-497E-A22B-07BA6906CD80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101CAC02-2B5B-4541-8EB5-C8DADA45BDCF}" type="pres">
      <dgm:prSet presAssocID="{BD8EC454-1068-48A0-A040-C4885FAD1913}" presName="sibTrans" presStyleCnt="0"/>
      <dgm:spPr/>
    </dgm:pt>
    <dgm:pt modelId="{F5D386AA-09B0-41D6-8FD1-3534645B0DB5}" type="pres">
      <dgm:prSet presAssocID="{0C8B9E47-292D-4379-93DD-B9B09328619C}" presName="composite" presStyleCnt="0"/>
      <dgm:spPr/>
    </dgm:pt>
    <dgm:pt modelId="{1520ED44-172E-4EB1-B8AE-4D333CDA5974}" type="pres">
      <dgm:prSet presAssocID="{0C8B9E47-292D-4379-93DD-B9B09328619C}" presName="bentUpArrow1" presStyleLbl="alignImgPlace1" presStyleIdx="1" presStyleCnt="3"/>
      <dgm:spPr/>
    </dgm:pt>
    <dgm:pt modelId="{CDBC3DBB-C9AF-493A-877E-69E0F6659837}" type="pres">
      <dgm:prSet presAssocID="{0C8B9E47-292D-4379-93DD-B9B09328619C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2FB57D3F-EEC8-4D57-9A0C-793A2A2DB5AA}" type="pres">
      <dgm:prSet presAssocID="{0C8B9E47-292D-4379-93DD-B9B09328619C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D55F1BE6-8EA7-431F-91EA-614DE05E1D6D}" type="pres">
      <dgm:prSet presAssocID="{D86BE890-6AC5-451A-A24E-07A54D070C26}" presName="sibTrans" presStyleCnt="0"/>
      <dgm:spPr/>
    </dgm:pt>
    <dgm:pt modelId="{A1467902-174C-4721-B4A0-2C143FFD8B67}" type="pres">
      <dgm:prSet presAssocID="{6C01647F-A8FB-4103-9F19-D39E9056943A}" presName="composite" presStyleCnt="0"/>
      <dgm:spPr/>
    </dgm:pt>
    <dgm:pt modelId="{CEEAB42F-33AD-4E6F-BD50-0C05F52F4CE7}" type="pres">
      <dgm:prSet presAssocID="{6C01647F-A8FB-4103-9F19-D39E9056943A}" presName="bentUpArrow1" presStyleLbl="alignImgPlace1" presStyleIdx="2" presStyleCnt="3"/>
      <dgm:spPr/>
    </dgm:pt>
    <dgm:pt modelId="{FCCCDA65-2D52-498C-AEDF-5BB240BBB9A3}" type="pres">
      <dgm:prSet presAssocID="{6C01647F-A8FB-4103-9F19-D39E9056943A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79C03AE1-1CA7-4609-8291-8DB0C2B9349F}" type="pres">
      <dgm:prSet presAssocID="{6C01647F-A8FB-4103-9F19-D39E9056943A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9B07CDC2-E6BF-4299-9806-D4ED1DDEB20D}" type="pres">
      <dgm:prSet presAssocID="{10678A10-8867-457F-AA90-DFA316BD0233}" presName="sibTrans" presStyleCnt="0"/>
      <dgm:spPr/>
    </dgm:pt>
    <dgm:pt modelId="{819957A7-EAF0-4D83-A8AA-8181C35B0641}" type="pres">
      <dgm:prSet presAssocID="{2011556B-FBCB-444A-9D62-22A696D9B244}" presName="composite" presStyleCnt="0"/>
      <dgm:spPr/>
    </dgm:pt>
    <dgm:pt modelId="{A6D79181-EAAA-4214-BE86-A28348EBDB01}" type="pres">
      <dgm:prSet presAssocID="{2011556B-FBCB-444A-9D62-22A696D9B244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E5912E02-10BD-401F-B8AC-F42D6252B73F}" type="presOf" srcId="{BB6FE38C-58E7-47EC-A03A-FD77666A6AE1}" destId="{63DE8401-61AE-42FF-8B88-5A3A5DC9A65C}" srcOrd="0" destOrd="0" presId="urn:microsoft.com/office/officeart/2005/8/layout/StepDownProcess"/>
    <dgm:cxn modelId="{93766E1E-C4D6-4DE0-A395-0B2FEA74F909}" srcId="{BB6FE38C-58E7-47EC-A03A-FD77666A6AE1}" destId="{0C8B9E47-292D-4379-93DD-B9B09328619C}" srcOrd="1" destOrd="0" parTransId="{16861BF4-E02B-4537-9ED6-491860E6C287}" sibTransId="{D86BE890-6AC5-451A-A24E-07A54D070C26}"/>
    <dgm:cxn modelId="{3BE9B12F-57F6-4C22-AEC9-AC64B98113E6}" srcId="{BB6FE38C-58E7-47EC-A03A-FD77666A6AE1}" destId="{6C01647F-A8FB-4103-9F19-D39E9056943A}" srcOrd="2" destOrd="0" parTransId="{7A55974C-C9B1-453A-9478-D05646D8A31F}" sibTransId="{10678A10-8867-457F-AA90-DFA316BD0233}"/>
    <dgm:cxn modelId="{F84E9F3D-A9CF-478A-A991-040663FCE618}" srcId="{BB6FE38C-58E7-47EC-A03A-FD77666A6AE1}" destId="{A1111B64-BA61-497E-A22B-07BA6906CD80}" srcOrd="0" destOrd="0" parTransId="{6911167D-F9BD-4114-9C88-222BD6A640CE}" sibTransId="{BD8EC454-1068-48A0-A040-C4885FAD1913}"/>
    <dgm:cxn modelId="{53111C6A-DF43-4FFF-8485-5603BBFFC35C}" srcId="{BB6FE38C-58E7-47EC-A03A-FD77666A6AE1}" destId="{2011556B-FBCB-444A-9D62-22A696D9B244}" srcOrd="3" destOrd="0" parTransId="{FC047788-B4D2-49DD-9038-D42C08E1E416}" sibTransId="{094A338A-9876-429B-8793-4F1F0A96A2AC}"/>
    <dgm:cxn modelId="{B58EA994-3A2D-48BE-B010-F4DB3D182751}" type="presOf" srcId="{0C8B9E47-292D-4379-93DD-B9B09328619C}" destId="{CDBC3DBB-C9AF-493A-877E-69E0F6659837}" srcOrd="0" destOrd="0" presId="urn:microsoft.com/office/officeart/2005/8/layout/StepDownProcess"/>
    <dgm:cxn modelId="{9DADDCCB-B96B-4FA6-A51B-97C9F8530084}" type="presOf" srcId="{6C01647F-A8FB-4103-9F19-D39E9056943A}" destId="{FCCCDA65-2D52-498C-AEDF-5BB240BBB9A3}" srcOrd="0" destOrd="0" presId="urn:microsoft.com/office/officeart/2005/8/layout/StepDownProcess"/>
    <dgm:cxn modelId="{C45AF3D4-ED77-4ECC-9216-2F03105197D9}" type="presOf" srcId="{2011556B-FBCB-444A-9D62-22A696D9B244}" destId="{A6D79181-EAAA-4214-BE86-A28348EBDB01}" srcOrd="0" destOrd="0" presId="urn:microsoft.com/office/officeart/2005/8/layout/StepDownProcess"/>
    <dgm:cxn modelId="{546464EC-45CA-4384-A623-3766F6A7CCD3}" type="presOf" srcId="{A1111B64-BA61-497E-A22B-07BA6906CD80}" destId="{26F302E0-953D-4C68-94AB-3AE3802C2C56}" srcOrd="0" destOrd="0" presId="urn:microsoft.com/office/officeart/2005/8/layout/StepDownProcess"/>
    <dgm:cxn modelId="{277A24BB-7FC1-4F69-BB30-C51235570508}" type="presParOf" srcId="{63DE8401-61AE-42FF-8B88-5A3A5DC9A65C}" destId="{C8C69362-7110-47AC-9EDB-A6E0691B0750}" srcOrd="0" destOrd="0" presId="urn:microsoft.com/office/officeart/2005/8/layout/StepDownProcess"/>
    <dgm:cxn modelId="{5CB79224-54D5-41C1-BA1D-1C3F06AD1A4C}" type="presParOf" srcId="{C8C69362-7110-47AC-9EDB-A6E0691B0750}" destId="{3A76F4ED-A176-48A2-BEA7-5363B9F97D34}" srcOrd="0" destOrd="0" presId="urn:microsoft.com/office/officeart/2005/8/layout/StepDownProcess"/>
    <dgm:cxn modelId="{2B56BF36-1D25-4C93-89AA-D4EAA72EA683}" type="presParOf" srcId="{C8C69362-7110-47AC-9EDB-A6E0691B0750}" destId="{26F302E0-953D-4C68-94AB-3AE3802C2C56}" srcOrd="1" destOrd="0" presId="urn:microsoft.com/office/officeart/2005/8/layout/StepDownProcess"/>
    <dgm:cxn modelId="{841DFE7A-4763-4F04-997D-8CE52502F122}" type="presParOf" srcId="{C8C69362-7110-47AC-9EDB-A6E0691B0750}" destId="{7AFA71CA-7E06-4BA0-B9FB-FF3DAC8FE8BB}" srcOrd="2" destOrd="0" presId="urn:microsoft.com/office/officeart/2005/8/layout/StepDownProcess"/>
    <dgm:cxn modelId="{435EF19F-FAB4-45C6-A4DA-BBBBDF7F3F27}" type="presParOf" srcId="{63DE8401-61AE-42FF-8B88-5A3A5DC9A65C}" destId="{101CAC02-2B5B-4541-8EB5-C8DADA45BDCF}" srcOrd="1" destOrd="0" presId="urn:microsoft.com/office/officeart/2005/8/layout/StepDownProcess"/>
    <dgm:cxn modelId="{0E50F181-FDC8-46FB-9983-1F5B4AA960E1}" type="presParOf" srcId="{63DE8401-61AE-42FF-8B88-5A3A5DC9A65C}" destId="{F5D386AA-09B0-41D6-8FD1-3534645B0DB5}" srcOrd="2" destOrd="0" presId="urn:microsoft.com/office/officeart/2005/8/layout/StepDownProcess"/>
    <dgm:cxn modelId="{61882449-F5DD-4C06-BEF0-9384C4520C75}" type="presParOf" srcId="{F5D386AA-09B0-41D6-8FD1-3534645B0DB5}" destId="{1520ED44-172E-4EB1-B8AE-4D333CDA5974}" srcOrd="0" destOrd="0" presId="urn:microsoft.com/office/officeart/2005/8/layout/StepDownProcess"/>
    <dgm:cxn modelId="{5B5B0C2E-128F-477C-9C96-D7849408D3ED}" type="presParOf" srcId="{F5D386AA-09B0-41D6-8FD1-3534645B0DB5}" destId="{CDBC3DBB-C9AF-493A-877E-69E0F6659837}" srcOrd="1" destOrd="0" presId="urn:microsoft.com/office/officeart/2005/8/layout/StepDownProcess"/>
    <dgm:cxn modelId="{38303C3F-ADCF-409A-B327-251CE1645F59}" type="presParOf" srcId="{F5D386AA-09B0-41D6-8FD1-3534645B0DB5}" destId="{2FB57D3F-EEC8-4D57-9A0C-793A2A2DB5AA}" srcOrd="2" destOrd="0" presId="urn:microsoft.com/office/officeart/2005/8/layout/StepDownProcess"/>
    <dgm:cxn modelId="{F6FBDE8B-1A66-4896-9783-1E4975F805DD}" type="presParOf" srcId="{63DE8401-61AE-42FF-8B88-5A3A5DC9A65C}" destId="{D55F1BE6-8EA7-431F-91EA-614DE05E1D6D}" srcOrd="3" destOrd="0" presId="urn:microsoft.com/office/officeart/2005/8/layout/StepDownProcess"/>
    <dgm:cxn modelId="{9E1D8E79-1991-41A1-8D5A-1C67C0C599D7}" type="presParOf" srcId="{63DE8401-61AE-42FF-8B88-5A3A5DC9A65C}" destId="{A1467902-174C-4721-B4A0-2C143FFD8B67}" srcOrd="4" destOrd="0" presId="urn:microsoft.com/office/officeart/2005/8/layout/StepDownProcess"/>
    <dgm:cxn modelId="{7B475531-F21C-4563-A51D-73D89608FAB6}" type="presParOf" srcId="{A1467902-174C-4721-B4A0-2C143FFD8B67}" destId="{CEEAB42F-33AD-4E6F-BD50-0C05F52F4CE7}" srcOrd="0" destOrd="0" presId="urn:microsoft.com/office/officeart/2005/8/layout/StepDownProcess"/>
    <dgm:cxn modelId="{2A19ACC3-384A-4B47-8CD6-4487ACC14399}" type="presParOf" srcId="{A1467902-174C-4721-B4A0-2C143FFD8B67}" destId="{FCCCDA65-2D52-498C-AEDF-5BB240BBB9A3}" srcOrd="1" destOrd="0" presId="urn:microsoft.com/office/officeart/2005/8/layout/StepDownProcess"/>
    <dgm:cxn modelId="{D8421770-DD37-49E9-8E66-E63557206CAF}" type="presParOf" srcId="{A1467902-174C-4721-B4A0-2C143FFD8B67}" destId="{79C03AE1-1CA7-4609-8291-8DB0C2B9349F}" srcOrd="2" destOrd="0" presId="urn:microsoft.com/office/officeart/2005/8/layout/StepDownProcess"/>
    <dgm:cxn modelId="{A037E629-3CC2-4962-B8F9-E9CC3F9FC21A}" type="presParOf" srcId="{63DE8401-61AE-42FF-8B88-5A3A5DC9A65C}" destId="{9B07CDC2-E6BF-4299-9806-D4ED1DDEB20D}" srcOrd="5" destOrd="0" presId="urn:microsoft.com/office/officeart/2005/8/layout/StepDownProcess"/>
    <dgm:cxn modelId="{54DAD012-ED87-4023-9137-EDE28F698C36}" type="presParOf" srcId="{63DE8401-61AE-42FF-8B88-5A3A5DC9A65C}" destId="{819957A7-EAF0-4D83-A8AA-8181C35B0641}" srcOrd="6" destOrd="0" presId="urn:microsoft.com/office/officeart/2005/8/layout/StepDownProcess"/>
    <dgm:cxn modelId="{6594D7FB-FFCB-48D1-B833-5A759E3027D8}" type="presParOf" srcId="{819957A7-EAF0-4D83-A8AA-8181C35B0641}" destId="{A6D79181-EAAA-4214-BE86-A28348EBDB01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B6BC1-2EDA-4295-B4F3-0592DA31C048}">
      <dsp:nvSpPr>
        <dsp:cNvPr id="0" name=""/>
        <dsp:cNvSpPr/>
      </dsp:nvSpPr>
      <dsp:spPr>
        <a:xfrm>
          <a:off x="5478488" y="2059577"/>
          <a:ext cx="1639590" cy="1639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86A9E-542F-45F6-B9B3-25BDADD67D48}">
      <dsp:nvSpPr>
        <dsp:cNvPr id="0" name=""/>
        <dsp:cNvSpPr/>
      </dsp:nvSpPr>
      <dsp:spPr>
        <a:xfrm>
          <a:off x="5533329" y="2114242"/>
          <a:ext cx="1530612" cy="153034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Clear variation between peak and off-peak hours </a:t>
          </a:r>
          <a:endParaRPr lang="en-IN" sz="1300" kern="1200"/>
        </a:p>
      </dsp:txBody>
      <dsp:txXfrm>
        <a:off x="5751988" y="2332904"/>
        <a:ext cx="1093294" cy="1093020"/>
      </dsp:txXfrm>
    </dsp:sp>
    <dsp:sp modelId="{D6A3DF6F-15D6-4C5D-90D9-74EEC4B51023}">
      <dsp:nvSpPr>
        <dsp:cNvPr id="0" name=""/>
        <dsp:cNvSpPr/>
      </dsp:nvSpPr>
      <dsp:spPr>
        <a:xfrm rot="2700000">
          <a:off x="3777013" y="2059462"/>
          <a:ext cx="1639617" cy="1639617"/>
        </a:xfrm>
        <a:prstGeom prst="teardrop">
          <a:avLst>
            <a:gd name="adj" fmla="val 10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BE957-3AD9-4922-A69F-52C3C57962A8}">
      <dsp:nvSpPr>
        <dsp:cNvPr id="0" name=""/>
        <dsp:cNvSpPr/>
      </dsp:nvSpPr>
      <dsp:spPr>
        <a:xfrm>
          <a:off x="3838897" y="2114242"/>
          <a:ext cx="1530612" cy="153034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Demand remains high across most days (including weekends) </a:t>
          </a:r>
          <a:endParaRPr lang="en-IN" sz="1300" kern="1200" dirty="0"/>
        </a:p>
      </dsp:txBody>
      <dsp:txXfrm>
        <a:off x="4057556" y="2332904"/>
        <a:ext cx="1093294" cy="1093020"/>
      </dsp:txXfrm>
    </dsp:sp>
    <dsp:sp modelId="{0C079AA3-6780-4EFD-91B1-2EEF272CF7BF}">
      <dsp:nvSpPr>
        <dsp:cNvPr id="0" name=""/>
        <dsp:cNvSpPr/>
      </dsp:nvSpPr>
      <dsp:spPr>
        <a:xfrm rot="2700000">
          <a:off x="2089612" y="2059462"/>
          <a:ext cx="1639617" cy="1639617"/>
        </a:xfrm>
        <a:prstGeom prst="teardrop">
          <a:avLst>
            <a:gd name="adj" fmla="val 10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9BFB1-4D81-4483-A68A-7D2ECF8118CA}">
      <dsp:nvSpPr>
        <dsp:cNvPr id="0" name=""/>
        <dsp:cNvSpPr/>
      </dsp:nvSpPr>
      <dsp:spPr>
        <a:xfrm>
          <a:off x="2144466" y="2114242"/>
          <a:ext cx="1530612" cy="153034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Peak demand observed during morning and evening </a:t>
          </a:r>
          <a:endParaRPr lang="en-IN" sz="1300" kern="1200" dirty="0"/>
        </a:p>
      </dsp:txBody>
      <dsp:txXfrm>
        <a:off x="2363125" y="2332904"/>
        <a:ext cx="1093294" cy="1093020"/>
      </dsp:txXfrm>
    </dsp:sp>
    <dsp:sp modelId="{E1DDAA1F-484C-4EE7-9484-2D983999C7D6}">
      <dsp:nvSpPr>
        <dsp:cNvPr id="0" name=""/>
        <dsp:cNvSpPr/>
      </dsp:nvSpPr>
      <dsp:spPr>
        <a:xfrm rot="2700000">
          <a:off x="395181" y="2059462"/>
          <a:ext cx="1639617" cy="1639617"/>
        </a:xfrm>
        <a:prstGeom prst="teardrop">
          <a:avLst>
            <a:gd name="adj" fmla="val 10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F6E52-762E-4000-BE01-47C3569D9B3B}">
      <dsp:nvSpPr>
        <dsp:cNvPr id="0" name=""/>
        <dsp:cNvSpPr/>
      </dsp:nvSpPr>
      <dsp:spPr>
        <a:xfrm>
          <a:off x="450035" y="2114242"/>
          <a:ext cx="1530612" cy="153034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Low demand during night and early morning hours </a:t>
          </a:r>
          <a:endParaRPr lang="en-IN" sz="1300" kern="1200"/>
        </a:p>
      </dsp:txBody>
      <dsp:txXfrm>
        <a:off x="668694" y="2332904"/>
        <a:ext cx="1093294" cy="10930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6F4ED-A176-48A2-BEA7-5363B9F97D34}">
      <dsp:nvSpPr>
        <dsp:cNvPr id="0" name=""/>
        <dsp:cNvSpPr/>
      </dsp:nvSpPr>
      <dsp:spPr>
        <a:xfrm rot="5400000">
          <a:off x="988526" y="1089384"/>
          <a:ext cx="956716" cy="108918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302E0-953D-4C68-94AB-3AE3802C2C56}">
      <dsp:nvSpPr>
        <dsp:cNvPr id="0" name=""/>
        <dsp:cNvSpPr/>
      </dsp:nvSpPr>
      <dsp:spPr>
        <a:xfrm>
          <a:off x="735054" y="72405"/>
          <a:ext cx="1610546" cy="112733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Bike demand is significantly higher on working days compared to holidays. </a:t>
          </a:r>
          <a:endParaRPr lang="en-IN" sz="1300" kern="1200"/>
        </a:p>
      </dsp:txBody>
      <dsp:txXfrm>
        <a:off x="790096" y="127447"/>
        <a:ext cx="1500462" cy="1017246"/>
      </dsp:txXfrm>
    </dsp:sp>
    <dsp:sp modelId="{7AFA71CA-7E06-4BA0-B9FB-FF3DAC8FE8BB}">
      <dsp:nvSpPr>
        <dsp:cNvPr id="0" name=""/>
        <dsp:cNvSpPr/>
      </dsp:nvSpPr>
      <dsp:spPr>
        <a:xfrm>
          <a:off x="2345601" y="136361"/>
          <a:ext cx="1171358" cy="91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0ED44-172E-4EB1-B8AE-4D333CDA5974}">
      <dsp:nvSpPr>
        <dsp:cNvPr id="0" name=""/>
        <dsp:cNvSpPr/>
      </dsp:nvSpPr>
      <dsp:spPr>
        <a:xfrm rot="5400000">
          <a:off x="2323840" y="2355748"/>
          <a:ext cx="956716" cy="108918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C3DBB-C9AF-493A-877E-69E0F6659837}">
      <dsp:nvSpPr>
        <dsp:cNvPr id="0" name=""/>
        <dsp:cNvSpPr/>
      </dsp:nvSpPr>
      <dsp:spPr>
        <a:xfrm>
          <a:off x="2070369" y="1295209"/>
          <a:ext cx="1610546" cy="112733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Holidays contribute a very small portion of overall usage. </a:t>
          </a:r>
          <a:endParaRPr lang="en-IN" sz="1300" kern="1200"/>
        </a:p>
      </dsp:txBody>
      <dsp:txXfrm>
        <a:off x="2125411" y="1350251"/>
        <a:ext cx="1500462" cy="1017246"/>
      </dsp:txXfrm>
    </dsp:sp>
    <dsp:sp modelId="{2FB57D3F-EEC8-4D57-9A0C-793A2A2DB5AA}">
      <dsp:nvSpPr>
        <dsp:cNvPr id="0" name=""/>
        <dsp:cNvSpPr/>
      </dsp:nvSpPr>
      <dsp:spPr>
        <a:xfrm>
          <a:off x="3680916" y="1402726"/>
          <a:ext cx="1171358" cy="91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EAB42F-33AD-4E6F-BD50-0C05F52F4CE7}">
      <dsp:nvSpPr>
        <dsp:cNvPr id="0" name=""/>
        <dsp:cNvSpPr/>
      </dsp:nvSpPr>
      <dsp:spPr>
        <a:xfrm rot="5400000">
          <a:off x="3659155" y="3622112"/>
          <a:ext cx="956716" cy="108918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CCDA65-2D52-498C-AEDF-5BB240BBB9A3}">
      <dsp:nvSpPr>
        <dsp:cNvPr id="0" name=""/>
        <dsp:cNvSpPr/>
      </dsp:nvSpPr>
      <dsp:spPr>
        <a:xfrm>
          <a:off x="3405683" y="2561573"/>
          <a:ext cx="1610546" cy="112733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Both casual and registered users follow a similar usage pattern across day types. </a:t>
          </a:r>
          <a:endParaRPr lang="en-IN" sz="1300" kern="1200"/>
        </a:p>
      </dsp:txBody>
      <dsp:txXfrm>
        <a:off x="3460725" y="2616615"/>
        <a:ext cx="1500462" cy="1017246"/>
      </dsp:txXfrm>
    </dsp:sp>
    <dsp:sp modelId="{79C03AE1-1CA7-4609-8291-8DB0C2B9349F}">
      <dsp:nvSpPr>
        <dsp:cNvPr id="0" name=""/>
        <dsp:cNvSpPr/>
      </dsp:nvSpPr>
      <dsp:spPr>
        <a:xfrm>
          <a:off x="5016230" y="2669090"/>
          <a:ext cx="1171358" cy="91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D79181-EAAA-4214-BE86-A28348EBDB01}">
      <dsp:nvSpPr>
        <dsp:cNvPr id="0" name=""/>
        <dsp:cNvSpPr/>
      </dsp:nvSpPr>
      <dsp:spPr>
        <a:xfrm>
          <a:off x="4740998" y="3827938"/>
          <a:ext cx="1610546" cy="112733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Working days dominate total demand, indicating regular daily usage behavior. </a:t>
          </a:r>
          <a:endParaRPr lang="en-IN" sz="1300" kern="1200"/>
        </a:p>
      </dsp:txBody>
      <dsp:txXfrm>
        <a:off x="4796040" y="3882980"/>
        <a:ext cx="1500462" cy="101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1761-75E0-408D-8774-6386AF8B9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E1AA6-049B-4599-91FB-A5FA86F5C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795B2-1061-4417-9537-B2D70F127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CF9DB-53A2-42AC-A5BC-4DBE9A5F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EECFE-EC84-4977-8BE1-2F59755E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5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6AD1-A93F-4C45-93DE-B8ADCAC7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E1D42-63C7-4536-BAB2-B538DFEB0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D868D-92E3-4F9A-99D7-BDA7BE3A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BE40E-37F4-45A3-943A-5872379A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5016-6A64-42FF-A2B3-3EDB4E04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06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3457-2978-4958-8755-3B0AE205D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73E71-C25B-44F3-958A-4EF75714C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7B52-DCC2-4B40-8E64-F8DFBE1E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D6AD7-AC4B-448E-AB35-E8E4159B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713CE-255C-4E0B-BEE1-E3E418A55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8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DB1B-8426-414D-BE09-BD56427E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E5278-D1FA-4FA0-881B-3CEE495D0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65079-06AC-4F0B-951B-9985B567F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4727E-A5FC-4F15-B94F-0D226F184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1A3E4-4460-4BA1-9136-D77E2EA5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52995-A59A-46A3-977B-DC45AA82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17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D73D-1EA1-4AD5-9909-0317C0A7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F1A94-7267-4828-9EBE-70AAA3D8B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494F6-E84B-476C-AFDB-96EA06EDA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A5C18-8AF0-42E6-870E-6CD938CDA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6AFF45-A4A1-4FDC-8514-31844393C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8B6D0-16A7-462E-9583-37469C0A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0CF4A-C81E-4CBD-B69B-192DA5A6D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978D0-894B-418C-9C23-DC94E880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95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34BDB-BB6F-4809-8877-520FFE161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F419BB-2CEA-4893-983A-AEB5B0FC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85CDF-6C09-411B-B032-825D583F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46172-AFAD-4A71-BF72-492F3E6C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379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32A94-0E92-4499-B936-43744AED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C4ADF-2663-4607-8F20-7A03DA36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24812-8773-4109-A981-5453DACD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561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1D4D-564F-46EC-9422-B2264BBC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C9C94-4771-4E9A-AE48-20A78EEF3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8B8B2-EA09-4305-A6B9-10D2C5375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2AFFC-F384-4620-9E04-D590C421D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6A20E-A07C-4C7B-B9C1-61CDD5D9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CCFC4-A764-40BF-B467-CFE6A3BC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853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3095-DF0F-40D6-9FE4-340ADB236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EC8BBB-54EA-451D-B6E1-38BE286D4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ABBAB-0846-4942-A0AC-0A1305650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E076B-3C51-433B-A0DE-6CED1B32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352B0-65AB-4173-84FF-47B3AFDC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44F68-6A52-4B84-BFED-74CC378AD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690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74CE-8920-424F-AA74-C2A9562C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4D53E-E1A7-4C6B-86FE-364D30151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DE5E9-6235-4533-B354-0CACF9FE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B60FF-B1C7-41B1-8B93-84985F133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21EBB-089E-4B6E-A285-A9DDD07B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10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8670BC-B9C9-4BE3-AFB9-F81BC1539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F2D11-0C3F-48D9-AA5C-373B93BEA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638A7-2D1F-4B81-8CEB-77038C36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A61AF-FA18-471A-85B5-B2BB3FAE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E9686-23E7-4F10-8101-FC58495A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600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4FCA24-FFA3-4348-AF10-EBE55A101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3D410-0AFA-409B-9CAB-82BFD65CE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64C2A-1C1F-4109-A981-7D181534C1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AE54A-88AD-4A7B-BF76-89B03EEDF26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BA6F5-EB5E-46B1-8A75-5467699DB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42AE4-DF3A-4DE1-A593-8E4214C9B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96A61-651A-4E1A-A7C8-6DE3A87A6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42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601933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9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A6FDFC-286E-46FF-8CE4-AC173D503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2" y="18256"/>
            <a:ext cx="12191999" cy="6821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F748B3-99C5-4AC3-8866-99D42F93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720000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Bike Sharing Demand Prediction in Winter 2011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DEECF-9860-4977-AC4B-F8C83E95AB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-1" y="5453744"/>
            <a:ext cx="4310744" cy="139337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</a:rPr>
              <a:t>Internship Project at </a:t>
            </a:r>
            <a:r>
              <a:rPr lang="en-US" sz="2400" b="1" dirty="0" err="1">
                <a:solidFill>
                  <a:srgbClr val="FF0000"/>
                </a:solidFill>
              </a:rPr>
              <a:t>Nexthikes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Batch: L-110226-W2PM-B15</a:t>
            </a:r>
          </a:p>
          <a:p>
            <a:pPr algn="l">
              <a:lnSpc>
                <a:spcPct val="250000"/>
              </a:lnSpc>
            </a:pPr>
            <a:endParaRPr lang="en-US" sz="700" dirty="0"/>
          </a:p>
          <a:p>
            <a:pPr algn="l">
              <a:lnSpc>
                <a:spcPct val="250000"/>
              </a:lnSpc>
            </a:pPr>
            <a:endParaRPr lang="en-IN" sz="70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3BD704F-BAA0-40E0-AAEC-D9E8B19625D9}"/>
              </a:ext>
            </a:extLst>
          </p:cNvPr>
          <p:cNvSpPr txBox="1">
            <a:spLocks/>
          </p:cNvSpPr>
          <p:nvPr/>
        </p:nvSpPr>
        <p:spPr>
          <a:xfrm>
            <a:off x="8229596" y="5442855"/>
            <a:ext cx="3940630" cy="1393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Presented By: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Nitesh R Dahiwale</a:t>
            </a:r>
          </a:p>
          <a:p>
            <a:pPr>
              <a:lnSpc>
                <a:spcPct val="250000"/>
              </a:lnSpc>
            </a:pPr>
            <a:endParaRPr lang="en-US" sz="700" dirty="0"/>
          </a:p>
          <a:p>
            <a:pPr>
              <a:lnSpc>
                <a:spcPct val="250000"/>
              </a:lnSpc>
            </a:pP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149549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4A81-7462-4781-A365-C7D384A6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49086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Bike Rental Ride Demand Insights</a:t>
            </a:r>
            <a:endParaRPr lang="en-IN" sz="4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7DCDE5-1BE5-4D9C-8E02-9E33499F0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7257" y="1077683"/>
            <a:ext cx="5834743" cy="563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183B20-ADB1-4714-A48F-9983BC439647}"/>
              </a:ext>
            </a:extLst>
          </p:cNvPr>
          <p:cNvSpPr txBox="1"/>
          <p:nvPr/>
        </p:nvSpPr>
        <p:spPr>
          <a:xfrm>
            <a:off x="0" y="881735"/>
            <a:ext cx="6357257" cy="5520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Total bike Ride dropped significantly (~90%)</a:t>
            </a:r>
            <a:r>
              <a:rPr lang="en-US" dirty="0"/>
              <a:t> from 13 Feb to 14 Feb, indicating a sharp decline in demand.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Registered users showed a major decrease (~88%)</a:t>
            </a:r>
            <a:r>
              <a:rPr lang="en-US" dirty="0"/>
              <a:t>, meaning even regular users were less active.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Casual users experienced the highest drop (~98%)</a:t>
            </a:r>
            <a:r>
              <a:rPr lang="en-US" dirty="0"/>
              <a:t>, suggesting almost no occasional riders on the current day.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Overall, </a:t>
            </a:r>
            <a:r>
              <a:rPr lang="en-US" b="1" dirty="0"/>
              <a:t>14 Feb recorded extremely low demand</a:t>
            </a:r>
            <a:r>
              <a:rPr lang="en-US" dirty="0"/>
              <a:t>, possibly due to external factors like weather, day type, or other conditions. </a:t>
            </a:r>
          </a:p>
        </p:txBody>
      </p:sp>
    </p:spTree>
    <p:extLst>
      <p:ext uri="{BB962C8B-B14F-4D97-AF65-F5344CB8AC3E}">
        <p14:creationId xmlns:p14="http://schemas.microsoft.com/office/powerpoint/2010/main" val="231840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D309-D769-4145-A33B-34B30ED9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20000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Low Correlation Factors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B373B-4BF8-42B7-9AF3-FDA294EAC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5287"/>
            <a:ext cx="6259286" cy="5791200"/>
          </a:xfrm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H</a:t>
            </a:r>
            <a:r>
              <a:rPr lang="en-US" sz="1900" b="1" dirty="0"/>
              <a:t>umidity shows a low negative correlation (-0.25)</a:t>
            </a:r>
            <a:r>
              <a:rPr lang="en-US" sz="1900" dirty="0"/>
              <a:t> with bike demand, indicating a slight decrease in rentals as humidity increases.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Windspeed has a weak positive correlation (0.10)</a:t>
            </a:r>
            <a:r>
              <a:rPr lang="en-US" sz="1900" dirty="0"/>
              <a:t>, suggesting minimal impact on overall demand.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Temperature-related factors (0.19–0.22)</a:t>
            </a:r>
            <a:r>
              <a:rPr lang="en-US" sz="1900" dirty="0"/>
              <a:t> show only a low positive relationship, meaning their influence on demand is limited.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Due to these low correlation values, these factors were not included as key KPIs, as they do not significantly impact business decisions. 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CF78DA-F28D-4AF0-BFF9-C6C92C4F2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286" y="1284481"/>
            <a:ext cx="5932714" cy="169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3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F02D5-EEE6-4AF4-82E2-D8232034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96"/>
            <a:ext cx="12192000" cy="810533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Peak </a:t>
            </a:r>
            <a:r>
              <a:rPr lang="en-US" sz="40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Hour Demand Analysis </a:t>
            </a:r>
            <a:r>
              <a:rPr lang="en-US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(</a:t>
            </a:r>
            <a:r>
              <a:rPr lang="en-US" sz="40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Using </a:t>
            </a:r>
            <a:r>
              <a:rPr lang="en-US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VBA)</a:t>
            </a:r>
            <a:endParaRPr lang="en-IN" sz="4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CB6563-506F-4F76-B11E-9AEED1F9B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0772" y="2613325"/>
            <a:ext cx="4951875" cy="2317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AD9C23-4ADD-4A37-AB6E-4A90A13CEE31}"/>
              </a:ext>
            </a:extLst>
          </p:cNvPr>
          <p:cNvSpPr txBox="1"/>
          <p:nvPr/>
        </p:nvSpPr>
        <p:spPr>
          <a:xfrm>
            <a:off x="0" y="816429"/>
            <a:ext cx="6800772" cy="6212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Bike demand peaks at 8 AM</a:t>
            </a:r>
            <a:r>
              <a:rPr lang="en-US" dirty="0"/>
              <a:t>, indicating high usage during morning commuting hours (office/school travel).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Evening peak occurs at 5 PM</a:t>
            </a:r>
            <a:r>
              <a:rPr lang="en-US" dirty="0"/>
              <a:t>, showing increased demand during return travel time.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presence of </a:t>
            </a:r>
            <a:r>
              <a:rPr lang="en-US" b="1" dirty="0"/>
              <a:t>two distinct peak periods confirms a typical daily commute pattern</a:t>
            </a:r>
            <a:r>
              <a:rPr lang="en-US" dirty="0"/>
              <a:t> in bike usage.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Using </a:t>
            </a:r>
            <a:r>
              <a:rPr lang="en-US" b="1" dirty="0"/>
              <a:t>VBA automation helped accurately identify peak hours</a:t>
            </a:r>
            <a:r>
              <a:rPr lang="en-US" dirty="0"/>
              <a:t>, improving efficiency and reducing manual analysis effort.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05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AA171-CB16-4AB6-B267-C7766C85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720000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Hourly Ride Demand Analysis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915D1B-2788-460D-A79C-C393ABFC80F8}"/>
              </a:ext>
            </a:extLst>
          </p:cNvPr>
          <p:cNvSpPr/>
          <p:nvPr/>
        </p:nvSpPr>
        <p:spPr>
          <a:xfrm>
            <a:off x="0" y="3712782"/>
            <a:ext cx="12192000" cy="294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latin typeface="Arial" panose="020B0604020202020204" pitchFamily="34" charset="0"/>
              </a:rPr>
              <a:t>Bike demand is lowest during early morning hours (midnight to 5 AM)</a:t>
            </a:r>
            <a:r>
              <a:rPr lang="en-US" altLang="en-US" dirty="0">
                <a:latin typeface="Arial" panose="020B0604020202020204" pitchFamily="34" charset="0"/>
              </a:rPr>
              <a:t>, indicating minimal usage during non-working hours.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latin typeface="Arial" panose="020B0604020202020204" pitchFamily="34" charset="0"/>
              </a:rPr>
              <a:t>Demand starts increasing after 6 AM and reaches a peak in the morning</a:t>
            </a:r>
            <a:r>
              <a:rPr lang="en-US" altLang="en-US" dirty="0">
                <a:latin typeface="Arial" panose="020B0604020202020204" pitchFamily="34" charset="0"/>
              </a:rPr>
              <a:t>, showing strong commuter activity.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latin typeface="Arial" panose="020B0604020202020204" pitchFamily="34" charset="0"/>
              </a:rPr>
              <a:t>A second peak is observed in the evening hours</a:t>
            </a:r>
            <a:r>
              <a:rPr lang="en-US" altLang="en-US" dirty="0">
                <a:latin typeface="Arial" panose="020B0604020202020204" pitchFamily="34" charset="0"/>
              </a:rPr>
              <a:t>, representing return travel patterns.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latin typeface="Arial" panose="020B0604020202020204" pitchFamily="34" charset="0"/>
              </a:rPr>
              <a:t>Midday demand remains relatively stable</a:t>
            </a:r>
            <a:r>
              <a:rPr lang="en-US" altLang="en-US" dirty="0">
                <a:latin typeface="Arial" panose="020B0604020202020204" pitchFamily="34" charset="0"/>
              </a:rPr>
              <a:t>, indicating moderate usage throughout the day.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The pattern clearly highlights </a:t>
            </a:r>
            <a:r>
              <a:rPr lang="en-US" altLang="en-US" b="1" dirty="0">
                <a:latin typeface="Arial" panose="020B0604020202020204" pitchFamily="34" charset="0"/>
              </a:rPr>
              <a:t>two peak periods and low night demand</a:t>
            </a:r>
            <a:r>
              <a:rPr lang="en-US" altLang="en-US" dirty="0">
                <a:latin typeface="Arial" panose="020B0604020202020204" pitchFamily="34" charset="0"/>
              </a:rPr>
              <a:t>, which can help in resource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8DD5B6-D786-4551-9B1A-0A595B721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142"/>
            <a:ext cx="12192000" cy="336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6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6F97-819B-432E-B319-D6C2FB89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1743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Demand Trend Analysis (By Date)</a:t>
            </a:r>
            <a:endParaRPr lang="en-IN" sz="4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AFB673-62B1-4421-837F-BB07902476BD}"/>
              </a:ext>
            </a:extLst>
          </p:cNvPr>
          <p:cNvSpPr/>
          <p:nvPr/>
        </p:nvSpPr>
        <p:spPr>
          <a:xfrm>
            <a:off x="32651" y="3797020"/>
            <a:ext cx="12159348" cy="2750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Bike demand shows noticeable fluctuations over time, indicating varying usage patterns.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Certain days experience peaks, reflecting higher activity or favorable conditions.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Sudden drops suggest the impact of external factors like weather or day type.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Overall trend remains moderately stable with periodic highs and lows.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0E84E4-737A-4790-99C6-12B0081D6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81743"/>
            <a:ext cx="12159348" cy="306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0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E03F-C567-4C68-B124-B32F4246E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22029" cy="1099457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Heatmap Analysis of Hourly Bike Demand</a:t>
            </a:r>
            <a:endParaRPr lang="en-IN" sz="4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71C3D-7B11-4BB2-BFF7-DFF41D592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029" y="0"/>
            <a:ext cx="4669971" cy="6858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AEEFA57-2A37-4844-A52E-6B343276A2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5921100"/>
              </p:ext>
            </p:extLst>
          </p:nvPr>
        </p:nvGraphicFramePr>
        <p:xfrm>
          <a:off x="1" y="1099458"/>
          <a:ext cx="7173685" cy="5758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6712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D6FF3-AA81-45B3-ABCC-9FD8E5600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71"/>
            <a:ext cx="12192000" cy="720000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User Demand by Weather Condition</a:t>
            </a:r>
            <a:endParaRPr lang="en-IN" sz="4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1325E2-1FE9-4309-8175-204102E02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647116"/>
            <a:ext cx="5747658" cy="33211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069C8C-4792-4D43-ADD0-6886D02B6BA9}"/>
              </a:ext>
            </a:extLst>
          </p:cNvPr>
          <p:cNvSpPr/>
          <p:nvPr/>
        </p:nvSpPr>
        <p:spPr>
          <a:xfrm>
            <a:off x="-65315" y="1177221"/>
            <a:ext cx="6161316" cy="4100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dirty="0"/>
              <a:t>Bike demand increases as weather conditions improve. 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dirty="0"/>
              <a:t>Favorable weather conditions show the highest usage. 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dirty="0"/>
              <a:t>Extreme weather conditions result in very low demand. 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dirty="0"/>
              <a:t>Registered users contribute more than casual users across conditions. </a:t>
            </a:r>
          </a:p>
        </p:txBody>
      </p:sp>
    </p:spTree>
    <p:extLst>
      <p:ext uri="{BB962C8B-B14F-4D97-AF65-F5344CB8AC3E}">
        <p14:creationId xmlns:p14="http://schemas.microsoft.com/office/powerpoint/2010/main" val="336618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62CCB-1D31-4ADD-AB2F-9894D43A4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658" y="0"/>
            <a:ext cx="12224657" cy="720000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User Distribution by </a:t>
            </a:r>
            <a:r>
              <a:rPr lang="en-US" sz="40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Day </a:t>
            </a:r>
            <a:r>
              <a:rPr lang="en-US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Type</a:t>
            </a:r>
            <a:endParaRPr lang="en-IN" sz="4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83895AA-2327-4E49-8BEC-7E97551FDD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3352799"/>
              </p:ext>
            </p:extLst>
          </p:nvPr>
        </p:nvGraphicFramePr>
        <p:xfrm>
          <a:off x="0" y="1090112"/>
          <a:ext cx="7086600" cy="4984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6101418-533C-4311-9DC8-C5DCE20AD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7117" y="1928281"/>
            <a:ext cx="4865914" cy="40588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0226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7683-7A92-47DC-925A-1E6A9CA1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" y="0"/>
            <a:ext cx="12148457" cy="720000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Ride Demand by Day of Week</a:t>
            </a:r>
            <a:endParaRPr lang="en-IN" sz="4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BB7002-41CA-44E7-86EF-DBD014015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0801" y="1393372"/>
            <a:ext cx="3223539" cy="48550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898E-A910-431A-975E-02A475436C18}"/>
              </a:ext>
            </a:extLst>
          </p:cNvPr>
          <p:cNvSpPr/>
          <p:nvPr/>
        </p:nvSpPr>
        <p:spPr>
          <a:xfrm>
            <a:off x="21088" y="1890822"/>
            <a:ext cx="8034340" cy="326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dirty="0"/>
              <a:t>Bike demand varies across different days of the week. 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dirty="0"/>
              <a:t>Certain days show relatively higher demand compared to others. 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dirty="0"/>
              <a:t>Demand remains fairly consistent with slight fluctuations throughout the week. 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dirty="0"/>
              <a:t>Weekly patterns help identify high and low demand days for better planning. </a:t>
            </a:r>
          </a:p>
        </p:txBody>
      </p:sp>
    </p:spTree>
    <p:extLst>
      <p:ext uri="{BB962C8B-B14F-4D97-AF65-F5344CB8AC3E}">
        <p14:creationId xmlns:p14="http://schemas.microsoft.com/office/powerpoint/2010/main" val="420008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9B9B-C5B8-410A-B41E-55E3A7E5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20000"/>
          </a:xfrm>
          <a:solidFill>
            <a:srgbClr val="B7E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Conclusion &amp; Key Takeaways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B77F452-49D7-46E2-A8BA-6C1E1C477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803571"/>
            <a:ext cx="12039600" cy="37575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B81D9C6-24D0-460E-AC67-92955191B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28522"/>
            <a:ext cx="12192000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 demand varies based on time, weather conditions, and day type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demand is observed during morning and evening hours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Favorable weather conditions lead to higher usage, while extreme weather reduces demand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days contribute significantly more demand compared to holidays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enables clear identification of demand patterns for better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2484449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659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Bike Sharing Demand Prediction in Winter 2011</vt:lpstr>
      <vt:lpstr>Bike Rental Ride Demand Insights</vt:lpstr>
      <vt:lpstr>Low Correlation Factors Analysis</vt:lpstr>
      <vt:lpstr>Peak Hour Demand Analysis (Using VBA)</vt:lpstr>
      <vt:lpstr>Hourly Ride Demand Analysis</vt:lpstr>
      <vt:lpstr>Demand Trend Analysis (By Date)</vt:lpstr>
      <vt:lpstr>Heatmap Analysis of Hourly Bike Demand</vt:lpstr>
      <vt:lpstr>User Demand by Weather Condition</vt:lpstr>
      <vt:lpstr>User Distribution by Day Type</vt:lpstr>
      <vt:lpstr>Ride Demand by Day of Week</vt:lpstr>
      <vt:lpstr>Conclusion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Prediction in Winter 2011</dc:title>
  <dc:creator>nites</dc:creator>
  <cp:lastModifiedBy>nites</cp:lastModifiedBy>
  <cp:revision>17</cp:revision>
  <dcterms:created xsi:type="dcterms:W3CDTF">2026-03-25T05:38:40Z</dcterms:created>
  <dcterms:modified xsi:type="dcterms:W3CDTF">2026-03-25T10:59:50Z</dcterms:modified>
</cp:coreProperties>
</file>